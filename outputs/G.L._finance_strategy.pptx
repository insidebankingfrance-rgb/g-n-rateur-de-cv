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Gaspard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DE LASSUS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Freelance en Finance &amp; Stratégie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Pilotage financier, stratégique &amp; IA — Chief of Staff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financier (budget, BP, lead-to-cash)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commercial (sales ops, go-to-market)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opérationnel (PMO, Target Operating Model)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stratégique (retournement, PMI, due diligence)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d'agents IA (Codex)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 (C1/C2)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Conversationnel (B2)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of Arts puis Master Finance &amp; Stratégie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2014 — 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Chulalongkorn University (Bangkok)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of Business Administration (échange)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Natation, tennis, randonnée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Échecs (5 ans en club)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Mécénat de compétences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My Job Glasses, Les Cercles de Parents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Depuis 2016, postes de conseil (Capgemini, LexisNexis) et Chief of Staff (Fujitsu, La Banque Postale, BPCE). Pilotage du cadrage et de la mise en œuvre de projets stratégiques d'envergure (carve-out, plan de retournement). Fortes compétences en finance, stratégie et IA.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 (freelance)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Chief of Staff « data &amp; IA »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la direction data &amp; IA en lien avec le CODIR : modélisation et suivi mensuel du budget 2026, définition et suivi des KPI des projets d'IA.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réglementaire (comités stratégiques, audit BCE sur l'IA Gen) et études ad hoc ; revente trimestrielle de la mission et fluidification du process budgétaire.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Freelance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en finance &amp; stratégie commerciale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2024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Accompagnement de +10 clients sur des études d'opportunités financières &amp; business : due diligences France 2030 (BPI France), roadmap opérationnelle et business plan à 3 ans, analyse P&amp;L.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Revente régulière des missions (+50 %).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LexisNexis CEMEA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Strategic Project Manager (Europe, Moyen-Orient, Afrique)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2022 — Déc.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et mise en œuvre des initiatives stratégiques : audit 360° d'une filiale déficitaire, stratégie de go-to-market d'une nouvelle offre, cas d'usage d'IA.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Relance réussie de la filiale déficitaire (CA +30 %, pertes -50 % en 2023) ; stratégie GTM validée par le CEO.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Capgemini Invent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(senior)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2018 — Févr.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Contribution à +10 projets stratégiques (pilotage financier et GTM) : carve-out d'une joint-venture Valeo x Capgemini, stratégie et budget de la Procédure Pénale Numérique.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Encadrement de consultants, gestion des clients, missions clés du cabinet.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Gaspard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DE LASSUS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Freelance Finance &amp; Strategy Consultant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Financial, Strategic &amp; AI Steering — Chief of Staff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Financial steering (budget, business plan, lead-to-cash)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Commercial steering (sales ops, go-to-market)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Operational steering (PMO, Target Operating Model)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Strategic steering (turnaround, PMI, due diligence)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agent steering (Codex)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 (C1/C2)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Conversational (B2)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of Arts then Master's in Finance &amp; Strategy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2014 — 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Chulalongkorn University (Bangkok)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of Business Administration (exchange)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Swimming, tennis, hiking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Chess (5 years in a club)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Skills-based volunteering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My Job Glasses, Les Cercles de Parents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Since 2016, consulting roles (Capgemini, LexisNexis) and Chief of Staff positions (Fujitsu, La Banque Postale, BPCE). Led the scoping and implementation of large-scale strategic projects (carve-outs, turnaround plans). Strong finance, strategy and AI skills.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BPCE Group (freelance)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Chief of Staff, Data &amp; AI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Steering the Data &amp; AI department with the Executive Committee: modeling and monthly monitoring of the 2026 budget, definition and monitoring of AI-project KPIs.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steering (strategic committees, ECB audit on GenAI) and ad hoc studies; quarterly mission renewal and smoother budget process.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Freelance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Finance &amp; Commercial Strategy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2024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Supported 10+ clients on financial and business opportunity assessments: France 2030 due diligences (BPI France), operational roadmap and 3-year business plan, P&amp;L analysis.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Regular mission upselling (+50%).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LexisNexis CEMEA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Strategic Project Manager (Europe, Middle East, Africa)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2022 — Dec.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Defined and implemented the group's strategic initiatives: 360° audit of a loss-making subsidiary, go-to-market strategy for a new offering, AI use cases.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Successfully relaunched the loss-making subsidiary (revenue +30%, losses -50% in 2023); GTM strategy approved by the CEO.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Capgemini Invent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(senior)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2018 — Feb.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Contributed to 10+ strategic projects (financial steering and GTM): carve-out of a Valeo x Capgemini joint venture, strategy and budget for the Digital Criminal Procedure program.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Consultant supervision, client management, key firm assignments.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