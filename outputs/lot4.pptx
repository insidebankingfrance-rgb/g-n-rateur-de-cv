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programmes IT (cadrage, 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Paiements, Cash Management, ERP, CRM,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conduite du changement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&amp; Compliance (BCBS 239, FINREP)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+ certifs (PRINCE2, ACAMS, RGPD)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Guitare électrique &amp; chant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Plongée sous-marine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pros &amp; expertise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 ; AlphaSights, GuidePoint, Les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ans) | Expert Management de Transition &amp; Transformation Critique. Relais opérationnel en contexte de vide managérial, fusion ou post-cybercrise. Dimensions C-Level (budgets &gt; 10 M€, reporting COMEX).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Transition — COO Middle-Office Corporate &amp; Privé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(Mai — Juin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Transition flash post-fusion des middle-offices : relais managérial d'urgence, stabilisation des équipes.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Sécurisation opérationnelle et déploiement de la cible ; feuille de route à 1,5 mois, dashboards KPI quotidiens.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 &amp; Conseil Départemental 93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Conseil &amp; pilotage stratégique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Indigo (post-cyber) : diagnostic global du SI, vision cible du numérique, plan d'investissement IT pluriannuel et cadre de gouvernance.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CD 93 : cadrage du programme Relation Usager — convergence de 8 projets Microsoft Dynamics, gouvernance et feuille de route pluriannuelle.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Banque Assurance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 (projet SIGMA) : gestion IAM, pilote pour la standardisation des habilitations du socle commun Groupe ; formation et déploiement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 : taskforce Cash Management / Correspondent Banking (20+ consultants) ; développement Banque-Assurance (PNB &gt; 200 K€).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20 ans — Resp. KYC, VP Marketing B2B, Cash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 (2019-22) : TOM digitalisation, Blockchain/IA — fiabilisation à +90 % sur 3 CSP.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VP B2B &amp; Digital (2007-19) : CRM MS Dynamics international (1 000 users) ; +30 % de PNB Cash Management.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Transition Manager — IT &amp; Finance Program Management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IT &amp; Finance Transformation — Banking, Public Sector, Mobility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Program &amp; Project Governance (scoping, 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Payments, Cash Management, ERP, CRM,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Master Plan &amp; Cybersecurity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Change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&amp; Compliance (BCBS 239, FINREP)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in Management + certs (PRINCE2, ACAMS, GDPR)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Electric guitar &amp; singing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Scuba diving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Professional circles &amp; expert calls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VERITUX; AlphaSights, GuidePoint, Les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years) | Expert Transition Management &amp; Critical Transformation. Operational relay in management vacuum, merger or post-cyberattack contexts. C-Level dimensions (budgets &gt; €10M, COMEX reporting).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Transition Manager — COO Middle-Office Corporate &amp; Private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(May — June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Flash post-merger transition of middle-offices: emergency management relay, team stabilization.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security and target deployment; 1.5-month roadmap, daily KPI dashboards.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 &amp; Seine-Saint-Denis County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Strategic advisory &amp; scoping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Indigo (post-cyber): global IT diagnosis, target digital vision, multi-year IT investment plan and governance framework.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CD 93: scoping of the Citizen Relationship program — convergence of 8 Microsoft Dynamics projects, governance and multi-year roadmap.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Banking &amp; Insurance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 (SIGMA project): IAM management, pilot for standardizing authorizations on the Group common foundation; training and Group-level deployment.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CIB: supervision of a Cash Management / Correspondent Banking taskforce (20+ consultants); Banking-Insurance development (PNB &gt; €200K).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20 years — KYC Lead, VP B2B Marketing, Cash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 (2019-22): TOM for KYC digitalization, Blockchain/AI — reliability to 90%+ across 3 SSCs.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VP B2B &amp; Digital (2007-19): international MS Dynamics CRM (1,000 users); +30% PNB in Cash Management.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Gaspard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DE LASSUS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 Freelance en Finance &amp; Stratégie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Pilotage financier, stratégique &amp; IA — Chief of Staff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financier (budget, BP, lead-to-cash)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commercial (sales ops, go-to-market)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opérationnel (PMO, Target Operating Model)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stratégique (retournement, PMI, due diligence)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d'agents IA (Codex)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 (C1/C2)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Conversationnel (B2)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2018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of Arts puis Master Finance &amp; Stratégie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2014 — 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Chulalongkorn University (Bangkok)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of Business Administration (échange)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Natation, tennis, randonnée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Échecs (5 ans en club)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Mécénat de compétences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My Job Glasses, Les Cercles de Parents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Depuis 2016, postes de conseil (Capgemini, LexisNexis) et Chief of Staff (Fujitsu, La Banque Postale, BPCE). Pilotage du cadrage et de la mise en œuvre de projets stratégiques d'envergure (carve-out, plan de retournement). Fortes compétences en finance, stratégie et IA.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 (freelance)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Chief of Staff « data &amp; IA »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aujourd'hui)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la direction data &amp; IA en lien avec le CODIR : modélisation et suivi mensuel du budget 2026, définition et suivi des KPI des projets d'IA.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réglementaire (comités stratégiques, audit BCE sur l'IA Gen) et études ad hoc ; revente trimestrielle de la mission et fluidification du process budgétaire.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Freelance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en finance &amp; stratégie commerciale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(Janv. 2024 — aujourd'hui)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Accompagnement de +10 clients sur des études d'opportunités financières &amp; business : due diligences France 2030 (BPI France), roadmap opérationnelle et business plan à 3 ans, analyse P&amp;L.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Revente régulière des missions (+50 %).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LexisNexis CEMEA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Strategic Project Manager (Europe, Moyen-Orient, Afrique)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2022 — Déc.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et mise en œuvre des initiatives stratégiques : audit 360° d'une filiale déficitaire, stratégie de go-to-market d'une nouvelle offre, cas d'usage d'IA.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Relance réussie de la filiale déficitaire (CA +30 %, pertes -50 % en 2023) ; stratégie GTM validée par le CEO.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Capgemini Invent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(senior)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2018 — Févr.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Contribution à +10 projets stratégiques (pilotage financier et GTM) : carve-out d'une joint-venture Valeo x Capgemini, stratégie et budget de la Procédure Pénale Numérique.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Encadrement de consultants, gestion des clients, missions clés du cabinet.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Gaspard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DE LASSUS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Freelance Finance &amp; Strategy Consultant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Financial, Strategic &amp; AI Steering — Chief of Staff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Financial steering (budget, business plan, lead-to-cash)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Commercial steering (sales ops, go-to-market)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steering (PMO, Target Operating Model)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Strategic steering (turnaround, PMI, due diligence)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agent steering (Codex)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 (C1/C2)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Conversational (B2)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2012 — 2018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Paris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of Arts then Master's in Finance &amp; Strategy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2014 — 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Chulalongkorn University (Bangkok)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of Business Administration (exchange)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Swimming, tennis, hiking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Chess (5 years in a club)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Skills-based volunteering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My Job Glasses, Les Cercles de Parents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Since 2016, consulting roles (Capgemini, LexisNexis) and Chief of Staff positions (Fujitsu, La Banque Postale, BPCE). Led the scoping and implementation of large-scale strategic projects (carve-outs, turnaround plans). Strong finance, strategy and AI skills.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BPCE Group (freelance)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Chief of Staff, Data &amp; AI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Present)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Steering the Data &amp; AI department with the Executive Committee: modeling and monthly monitoring of the 2026 budget, definition and monitoring of AI-project KPIs.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steering (strategic committees, ECB audit on GenAI) and ad hoc studies; quarterly mission renewal and smoother budget process.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Freelance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Finance &amp; Commercial Strategy Consultant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(Jan. 2024 — Present)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Supported 10+ clients on financial and business opportunity assessments: France 2030 due diligences (BPI France), operational roadmap and 3-year business plan, P&amp;L analysis.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Regular mission upselling (+50%).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LexisNexis CEMEA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Strategic Project Manager (Europe, Middle East, Africa)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2022 — Dec. 2023)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Defined and implemented the group's strategic initiatives: 360° audit of a loss-making subsidiary, go-to-market strategy for a new offering, AI use cases.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Successfully relaunched the loss-making subsidiary (revenue +30%, losses -50% in 2023); GTM strategy approved by the CEO.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Capgemini Invent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(senior)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2018 — Feb.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Contributed to 10+ strategic projects (financial steering and GTM): carve-out of a Valeo x Capgemini joint venture, strategy and budget for the Digital Criminal Procedure program.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Consultant supervision, client management, key firm assignments.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