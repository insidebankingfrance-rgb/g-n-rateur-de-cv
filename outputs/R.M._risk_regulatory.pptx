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7227A"/>
              </a:gs>
              <a:gs pos="85000">
                <a:srgbClr val="07227A"/>
              </a:gs>
              <a:gs pos="100000">
                <a:srgbClr val="1FCBD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00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R.M.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Senior — Risk &amp; Regulatory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Banque &amp; CIB — Transformation réglementaire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Risk &amp; Regulatory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bancaire (CIB / Retail)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Modèles IRB &amp; Risque de crédit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CRR 3 — Recovery &amp; Resolution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Gouvernance des risques digitaux (AI Act)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Bases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1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Banque &amp;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Bordeaux / Tampere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Magistère d'Économie &amp; Finance Internati…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Lycée Michel Montaigne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Prépa HEC, voie ECE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Auteur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Lettre réglementaire banque EY Fran…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Référent G-SIB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2 comptes prioritaires Risk &amp; Regul…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Création de contenu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Podcast &amp; newsletter financiers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Inside (Inside Circle, Inside Banking, Inside Training)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Fondateur — Consultant indépendant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Jan. 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Communauté de freelances du secteur financier (banque, assurance, AM) ; média indépendant (2,5M vues 2025, podcast +50K écoutes, newsletter…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Inside Training : pédagogie / éducation financière et Personal Branding pour dirigeants et équipes du secteur financier.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→ Senior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19 — Déc. 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Refonte du processus de rating interne des contreparties (7 ETP) ; déploiement de modèles IRB dans le cadre d'un rachat de portefeuille (TOM…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projets « risques digitaux » pour une G-SIB : mise en conformité EU AI Act, dispositif de gestion des risques.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17 — Oct. 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d'une certification auprès du régulateur US pour une G-SIB française (10 entités).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Élaboration de formations réglementaires déployées auprès de +8 000 collaborateurs.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Mazars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(Avril — Sept. 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et rédaction d'un Plan Préventif de Rétablissement (PPR) pour un groupe bancaire étranger : analyse stratégique, options de redre…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RÉFÉRENCES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G-SIB française, Banque Populaire (BPACA), EY, PwC, Mazars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07227A"/>
              </a:gs>
              <a:gs pos="85000">
                <a:srgbClr val="07227A"/>
              </a:gs>
              <a:gs pos="100000">
                <a:srgbClr val="1FCBD9"/>
              </a:gs>
            </a:gsLst>
            <a:lin ang="27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00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60000"/>
            <a:ext cx="38428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R.M.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Consultant — Risk &amp; Regulatory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Banking &amp; CIB — Regulatory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Risk &amp; Regulatory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Banking Transformation (CIB / Retail)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IRB Models &amp; Credit Risk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CRR 3 — Recovery &amp; Resolution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Risk Governance (EU AI Act)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Basic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1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Banking &amp;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Bordeaux / Tampere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Magistère in Economics &amp; International F…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2013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Lycée Michel Montaigne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Prépa HEC, ECE track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Author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EY France banking regulatory newsle…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G-SIB lead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Two priority Risk &amp; Regulatory acco…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Content creator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Financial podcast &amp; newsletter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Inside (Inside Circle, Inside Banking, Inside Training)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Founder — Independent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Jan. 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Financial-sector freelance community (banking, insurance, AM); independent media (2.5M views in 2025, podcast +50K listens, newsletter +13K…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Inside Training: financial education and Personal Branding for senior executives and teams in the financial sector.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→ Senior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19 — Dec. 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Redesign of the internal counterparty rating process (7 FTE); IRB credit-model rollout as part of a portfolio acquisition (TOM, supervisor e…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digital-risk projects for a G-SIB: EU AI Act compliance, risk-management framework.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PwC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17 — Oct. 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of a US-regulator certification for a French G-SIB (10 entities).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of regulatory training rolled out to 8,000+ employees.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Mazars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(April — Sept. 17)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Drafting of a Preventive Recovery Plan (PPR) for a foreign banking group: strategic analysis, recovery options, stress tests, governance.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REFERENCES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French G-SIB, Banque Populaire (BPACA), EY, PwC, Mazars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