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Richard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MICHAUD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Consultant Senior — Risk &amp; Regulatory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Banque &amp; CIB — Transformation réglementaire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Risk &amp; Regulatory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Transformation bancaire (CIB / Retail)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Modèles IRB &amp; Risque de crédit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CRR 3 — Recovery &amp; Resolution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Gouvernance des risques digitaux (AI Act)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Espagnol — Bases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2016 — 2017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Paris 1 Panthéon-Sorbonne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2 Banque Finance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2013 — 2016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Bordeaux / Tampere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Magistère d'Économie &amp; Finance Internationales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—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Certifications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AMF, AMF-ARPP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Auteur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Lettre réglementaire banque EY France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Création de contenu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Podcast &amp; newsletter financiers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PRINCIPALES EXPÉRIENCES PROFESSIONNELLES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Inside (Inside Circle, Inside Banking, Inside Training)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Fondateur — Consultant indépendant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(Depuis Jan. 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Inside Circle : collectif de +30 freelances du secteur financier (banque, assurance, AM) ; Inside Banking : média leader (4M vues / 12 mois, podcast n°1 en France +70K écoutes, newsletter +14K abonnés).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Inside Training : organisme de formation new gen — éducation financière B2B, marque blanche et Personal Branding pour dirigeants.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EY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Consultant → Senior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(Oct. 19 — Déc. 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Refonte du processus de rating interne des contreparties (7 ETP) ; déploiement de modèles IRB dans le cadre d'un rachat de portefeuille (TOM, superviseur, infrastructure IT/Data).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de projets « risques digitaux » pour une G-SIB : mise en conformité EU AI Act ; référent Risk &amp; Regulatory pour 2 comptes prioritaires (G-SIB françaises).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PwC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Consultant Financial Services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17 — Oct. 19)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Projets réglementaires pour une G-SIB française (périmètre CIB) : coordination d'une certification auprès du régulateur US (10 entités).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Élaboration de formations réglementaires déployées auprès de +8 000 collaborateurs.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Mazars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Consultant Financial Services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(Avril — Sept. 17)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Définition et rédaction d'un Plan Préventif de Rétablissement (PPR) pour un groupe bancaire étranger : analyse stratégique, options de redressement, stress tests, gouvernance.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RÉFÉRENCES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FFFFFF"/>
                </a:solidFill>
                <a:latin typeface="Alegreya Sans"/>
              </a:rPr>
              <a:t>EY, PwC, Mazars, Banque Populaire (BPACA)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Richard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MICHAUD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Senior Consultant — Risk &amp; Regulatory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Banking &amp; CIB — Regulatory Transformation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Risk &amp; Regulatory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Banking Transformation (CIB / Retail)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IRB Models &amp; Credit Risk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CRR 3 — Recovery &amp; Resolution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Digital Risk Governance (EU AI Act)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Fluent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Spanish — Basic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2016 — 2017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Paris 1 Panthéon-Sorbonne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Master's in Banking &amp; Finance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2013 — 2016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Bordeaux / Tampere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Magistère in Economics &amp; International Finance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—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Certifications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AMF, AMF-ARPP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ACHIEVEMENTS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Author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EY France banking regulatory newsletter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Content creator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Financial podcast &amp; newsletter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Inside (Inside Circle, Inside Banking, Inside Training)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Founder — Independent Consultant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(Since Jan. 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Inside Circle: community of 30+ financial-sector freelances (banking, insurance, AM); Inside Banking: leading media (4M views / 12 months, France's #1 banking podcast +70K listens, newsletter +14K subscribers).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Inside Training: new-gen training organisation — B2B financial education, white-label content and Personal Branding for executives.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EY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Consultant → Senior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(Oct. 19 — Dec. 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Redesign of the internal counterparty rating process (7 FTE); IRB credit-model rollout for a portfolio acquisition (TOM, supervisor, IT/Data infrastructure).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Lead of digital-risk projects for a G-SIB: EU AI Act compliance; Risk &amp; Regulatory referent for 2 priority accounts (French G-SIBs).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PwC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Consultant Financial Services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17 — Oct. 19)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Regulatory projects for a French G-SIB (CIB scope): coordination of a US-regulator certification (10 entities).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Design of regulatory training rolled out to 8,000+ employees.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Mazars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Consultant Financial Services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(April — Sept. 17)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Drafting of a Preventive Recovery Plan (PPR) for a foreign banking group: strategic analysis, recovery options, stress tests, governance.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REFERENCES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FFFFFF"/>
                </a:solidFill>
                <a:latin typeface="Alegreya Sans"/>
              </a:rPr>
              <a:t>EY, PwC, Mazars, Banque Populaire (BPACA)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