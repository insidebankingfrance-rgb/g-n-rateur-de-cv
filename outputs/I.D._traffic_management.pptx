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I.D.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Traffic Manager — Paid Media (alternance)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Marketing Digital — Acquisition &amp;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Traffic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Paid Media (Meta, TikTok, Pinterest)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E-commerce (Shopify)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Analytics (GA, reporting KPI)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Emailing (Mailjet)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B2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— 2027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Normandie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Programme Grande École, Marketing…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2022 — 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Normandie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Management International, Marke…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HubSpot Academy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Inbound Marketing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En cours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Pinterest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Pinterest Media Buyer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Étudiante en Master 1 Programme Grande École (spécialisation innovation en marketing digital et IA) à l'EM Normandie Business School. Je recherche une alternance en traffic management, paid media et a…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Hobbynote (agence média, Lille)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Stage puis alternance — Traffic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Lancement et optimisation de campagnes Social Ads sur Meta Ads, TikTok Ads et Pinterest Ads ; mise en place des stratégies d'acquisition sel…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Suivi et analyse des KPI ; bilans de campagnes ; veille concurrentielle &amp; benchmarks ; mise à jour du plan média.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Projet école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E-commerce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d'un site e-commerce sous Shopify ; optimisation ergonomique ; newsletter Mailjet ; stratégies de développement.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Projet personnel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E-commerce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et gestion d'un site e-commerce ; mise en ligne des produits ; publicités digitales ; suivi via Google Analytics.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OMB Tourisme (Le Havre)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Stage — Administration &amp; comptabilité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I.D.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Traffic Manager — Paid Media (work-study)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Digital Marketing — Acquisition &amp;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Traffic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Paid Media (Meta, TikTok, Pinterest)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E-commerce (Shopify)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Analytics (GA, KPI reporting)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Emailing (Mailjet)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B2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— 2027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Normandie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Master's, Digital Marketing &amp; AI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2022 — 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Normandie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International Management, Digit…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HubSpot Academy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Inbound Marketing certification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In progress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Pinterest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Pinterest Media Buyer certification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Master 1 Grande École student (innovation in digital marketing and AI) at EM Normandie Business School. Looking for a work-study position in traffic management, paid media and acquisition. B2 English,…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Hobbynote (media agency, Lille)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 then work-study — Traffic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Launch and optimisation of Social Ads campaigns on Meta Ads, TikTok Ads and Pinterest Ads; client acquisition strategies aligned to business…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KPI tracking and analysis; campaign reviews; competitive watch &amp; benchmarks; media plan updates.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School project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E-commerce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a Shopify e-commerce site; UX optimisation; Mailjet newsletter; growth strategies.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Personal project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E-commerce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Created and ran an e-commerce site; product listings; digital ads; tracking via Google Analytics.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OMB Tourisme (Le Havre)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 — Administration &amp; Accounting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