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61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300000" y="0"/>
            <a:ext cx="15000" cy="6858000"/>
          </a:xfrm>
          <a:prstGeom prst="rect">
            <a:avLst/>
          </a:prstGeom>
          <a:solidFill>
            <a:srgbClr val="3AED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inside_circle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0000" y="130000"/>
            <a:ext cx="1302000" cy="420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28600" y="260000"/>
            <a:ext cx="3842800" cy="8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4800" b="1" i="0">
                <a:solidFill>
                  <a:srgbClr val="3AEDE5"/>
                </a:solidFill>
                <a:latin typeface="Alegreya Sans"/>
              </a:rPr>
              <a:t>I.D.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28600" y="300000"/>
            <a:ext cx="5963400" cy="8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400" b="1" i="0">
                <a:solidFill>
                  <a:srgbClr val="FFFFFF"/>
                </a:solidFill>
                <a:latin typeface="Alegreya Sans"/>
              </a:rPr>
              <a:t>Traffic Manager — Paid Media (alternance)</a:t>
            </a:r>
          </a:p>
          <a:p>
            <a:pPr>
              <a:spcBef>
                <a:spcPts val="200"/>
              </a:spcBef>
            </a:pPr>
            <a:r>
              <a:rPr sz="1500" b="0" i="1">
                <a:solidFill>
                  <a:srgbClr val="3AEDE5"/>
                </a:solidFill>
                <a:latin typeface="Alegreya Sans"/>
              </a:rPr>
              <a:t>Marketing Digital — Acquisition &amp; Performance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28600" y="1180000"/>
            <a:ext cx="3842800" cy="531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3AEDE5"/>
                </a:solidFill>
                <a:latin typeface="Alegreya Sans"/>
              </a:rPr>
              <a:t>DOMAINES D'EXPERTISE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Traffic Management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Paid Media (Meta, TikTok, Pinterest)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E-commerce (Shopify)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Analytics (GA, reporting KPI)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Emailing (Mailjet)</a:t>
            </a:r>
          </a:p>
          <a:p>
            <a:pPr algn="l">
              <a:spcBef>
                <a:spcPts val="600"/>
              </a:spcBef>
              <a:spcAft>
                <a:spcPts val="300"/>
              </a:spcAft>
            </a:pPr>
            <a:r>
              <a:rPr sz="1300" b="1" i="0">
                <a:solidFill>
                  <a:srgbClr val="3AEDE5"/>
                </a:solidFill>
                <a:latin typeface="Alegreya Sans"/>
              </a:rPr>
              <a:t>LANGUES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Français — Langue maternelle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Anglais — B2</a:t>
            </a:r>
          </a:p>
          <a:p>
            <a:pPr algn="l">
              <a:spcBef>
                <a:spcPts val="600"/>
              </a:spcBef>
              <a:spcAft>
                <a:spcPts val="300"/>
              </a:spcAft>
            </a:pPr>
            <a:r>
              <a:rPr sz="1300" b="1" i="0">
                <a:solidFill>
                  <a:srgbClr val="3AEDE5"/>
                </a:solidFill>
                <a:latin typeface="Alegreya Sans"/>
              </a:rPr>
              <a:t>FORMATION &amp; CERTIFICATIONS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2025 — 2027  </a:t>
            </a:r>
            <a:r>
              <a:rPr sz="1200" b="1" i="0">
                <a:solidFill>
                  <a:srgbClr val="FFFFFF"/>
                </a:solidFill>
                <a:latin typeface="Alegreya Sans"/>
              </a:rPr>
              <a:t>EM Normandie Business School</a:t>
            </a:r>
          </a:p>
          <a:p>
            <a:pPr algn="l">
              <a:spcAft>
                <a:spcPts val="300"/>
              </a:spcAft>
            </a:pPr>
            <a:r>
              <a:rPr sz="1200" b="0" i="1">
                <a:solidFill>
                  <a:srgbClr val="CCD6E8"/>
                </a:solidFill>
                <a:latin typeface="Alegreya Sans"/>
              </a:rPr>
              <a:t>Master Programme Grande École, Marketing &amp; IA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2022 — 2025  </a:t>
            </a:r>
            <a:r>
              <a:rPr sz="1200" b="1" i="0">
                <a:solidFill>
                  <a:srgbClr val="FFFFFF"/>
                </a:solidFill>
                <a:latin typeface="Alegreya Sans"/>
              </a:rPr>
              <a:t>EM Normandie</a:t>
            </a:r>
          </a:p>
          <a:p>
            <a:pPr algn="l">
              <a:spcAft>
                <a:spcPts val="300"/>
              </a:spcAft>
            </a:pPr>
            <a:r>
              <a:rPr sz="1200" b="0" i="1">
                <a:solidFill>
                  <a:srgbClr val="CCD6E8"/>
                </a:solidFill>
                <a:latin typeface="Alegreya Sans"/>
              </a:rPr>
              <a:t>Bachelor Management International, Marketing Digital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2024  </a:t>
            </a:r>
            <a:r>
              <a:rPr sz="1200" b="1" i="0">
                <a:solidFill>
                  <a:srgbClr val="FFFFFF"/>
                </a:solidFill>
                <a:latin typeface="Alegreya Sans"/>
              </a:rPr>
              <a:t>HubSpot Academy</a:t>
            </a:r>
          </a:p>
          <a:p>
            <a:pPr algn="l">
              <a:spcAft>
                <a:spcPts val="300"/>
              </a:spcAft>
            </a:pPr>
            <a:r>
              <a:rPr sz="1200" b="0" i="1">
                <a:solidFill>
                  <a:srgbClr val="CCD6E8"/>
                </a:solidFill>
                <a:latin typeface="Alegreya Sans"/>
              </a:rPr>
              <a:t>Certification Inbound Marketing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En cours  </a:t>
            </a:r>
            <a:r>
              <a:rPr sz="1200" b="1" i="0">
                <a:solidFill>
                  <a:srgbClr val="FFFFFF"/>
                </a:solidFill>
                <a:latin typeface="Alegreya Sans"/>
              </a:rPr>
              <a:t>Pinterest</a:t>
            </a:r>
          </a:p>
          <a:p>
            <a:pPr algn="l">
              <a:spcAft>
                <a:spcPts val="300"/>
              </a:spcAft>
            </a:pPr>
            <a:r>
              <a:rPr sz="1200" b="0" i="1">
                <a:solidFill>
                  <a:srgbClr val="CCD6E8"/>
                </a:solidFill>
                <a:latin typeface="Alegreya Sans"/>
              </a:rPr>
              <a:t>Certification Pinterest Media Buyer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28600" y="1180000"/>
            <a:ext cx="7434800" cy="531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3AEDE5"/>
                </a:solidFill>
                <a:latin typeface="Alegreya Sans"/>
              </a:rPr>
              <a:t>RÉSUMÉ</a:t>
            </a:r>
          </a:p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FFFFFF"/>
                </a:solidFill>
                <a:latin typeface="Alegreya Sans"/>
              </a:rPr>
              <a:t>Étudiante en Master 1 Programme Grande École (spécialisation innovation en marketing digital et IA) à l'EM Normandie Business School. Je recherche une alternance en traffic management, paid media et acquisition. Niveau B2 en anglais, rigoureuse et résiliente.</a:t>
            </a:r>
          </a:p>
          <a:p>
            <a:pPr algn="l">
              <a:spcBef>
                <a:spcPts val="600"/>
              </a:spcBef>
              <a:spcAft>
                <a:spcPts val="300"/>
              </a:spcAft>
            </a:pPr>
            <a:r>
              <a:rPr sz="1300" b="1" i="0">
                <a:solidFill>
                  <a:srgbClr val="3AEDE5"/>
                </a:solidFill>
                <a:latin typeface="Alegreya Sans"/>
              </a:rPr>
              <a:t>EXPÉRIENCE PROFESSIONNELLE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▸ </a:t>
            </a:r>
            <a:r>
              <a:rPr sz="1200" b="1" i="0">
                <a:solidFill>
                  <a:srgbClr val="FFFFFF"/>
                </a:solidFill>
                <a:latin typeface="Alegreya Sans"/>
              </a:rPr>
              <a:t>Hobbynote (agence média, Lille)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 — Stage puis alternance — Traffic Management</a:t>
            </a:r>
            <a:r>
              <a:rPr sz="1200" b="0" i="1">
                <a:solidFill>
                  <a:srgbClr val="3AEDE5"/>
                </a:solidFill>
                <a:latin typeface="Alegreya Sans"/>
              </a:rPr>
              <a:t>  (2025 — en cours)</a:t>
            </a:r>
          </a:p>
          <a:p>
            <a:pPr algn="l" lvl="1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Lancement et optimisation de campagnes Social Ads sur Meta Ads, TikTok Ads et Pinterest Ads ; mise en place des stratégies d'acquisition selon les objectifs clients.</a:t>
            </a:r>
          </a:p>
          <a:p>
            <a:pPr algn="l" lvl="1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Suivi et analyse des KPI ; bilans de campagnes ; veille concurrentielle &amp; benchmarks ; mise à jour du plan média.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▸ </a:t>
            </a:r>
            <a:r>
              <a:rPr sz="1200" b="1" i="0">
                <a:solidFill>
                  <a:srgbClr val="FFFFFF"/>
                </a:solidFill>
                <a:latin typeface="Alegreya Sans"/>
              </a:rPr>
              <a:t>Projet école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 — E-commerce</a:t>
            </a:r>
            <a:r>
              <a:rPr sz="1200" b="0" i="1">
                <a:solidFill>
                  <a:srgbClr val="3AEDE5"/>
                </a:solidFill>
                <a:latin typeface="Alegreya Sans"/>
              </a:rPr>
              <a:t>  (2025)</a:t>
            </a:r>
          </a:p>
          <a:p>
            <a:pPr algn="l" lvl="1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Création d'un site e-commerce sous Shopify ; optimisation ergonomique ; newsletter Mailjet ; stratégies de développement.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▸ </a:t>
            </a:r>
            <a:r>
              <a:rPr sz="1200" b="1" i="0">
                <a:solidFill>
                  <a:srgbClr val="FFFFFF"/>
                </a:solidFill>
                <a:latin typeface="Alegreya Sans"/>
              </a:rPr>
              <a:t>Projet personnel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 — E-commerce</a:t>
            </a:r>
            <a:r>
              <a:rPr sz="1200" b="0" i="1">
                <a:solidFill>
                  <a:srgbClr val="3AEDE5"/>
                </a:solidFill>
                <a:latin typeface="Alegreya Sans"/>
              </a:rPr>
              <a:t>  (2024)</a:t>
            </a:r>
          </a:p>
          <a:p>
            <a:pPr algn="l" lvl="1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Création et gestion d'un site e-commerce ; mise en ligne des produits ; publicités digitales ; suivi via Google Analytics.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▸ </a:t>
            </a:r>
            <a:r>
              <a:rPr sz="1200" b="1" i="0">
                <a:solidFill>
                  <a:srgbClr val="FFFFFF"/>
                </a:solidFill>
                <a:latin typeface="Alegreya Sans"/>
              </a:rPr>
              <a:t>OMB Tourisme (Le Havre)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 — Stage — Administration &amp; comptabilité</a:t>
            </a:r>
            <a:r>
              <a:rPr sz="1200" b="0" i="1">
                <a:solidFill>
                  <a:srgbClr val="3AEDE5"/>
                </a:solidFill>
                <a:latin typeface="Alegreya Sans"/>
              </a:rPr>
              <a:t>  (2023)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78000"/>
            <a:ext cx="12192000" cy="280000"/>
          </a:xfrm>
          <a:prstGeom prst="rect">
            <a:avLst/>
          </a:prstGeom>
          <a:solidFill>
            <a:srgbClr val="061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28600" y="6578000"/>
            <a:ext cx="11734800" cy="28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 i="1">
                <a:solidFill>
                  <a:srgbClr val="CCD6E8"/>
                </a:solidFill>
                <a:latin typeface="Alegreya Sans"/>
              </a:rPr>
              <a:t>Les informations de ce document sont strictement confidentielles — Ce document ne peut être partagé qu'avec l'accord de son propriétaire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61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300000" y="0"/>
            <a:ext cx="15000" cy="6858000"/>
          </a:xfrm>
          <a:prstGeom prst="rect">
            <a:avLst/>
          </a:prstGeom>
          <a:solidFill>
            <a:srgbClr val="3AED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inside_circle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0000" y="130000"/>
            <a:ext cx="1302000" cy="420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28600" y="260000"/>
            <a:ext cx="3842800" cy="8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4800" b="1" i="0">
                <a:solidFill>
                  <a:srgbClr val="3AEDE5"/>
                </a:solidFill>
                <a:latin typeface="Alegreya Sans"/>
              </a:rPr>
              <a:t>I.D.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28600" y="300000"/>
            <a:ext cx="5963400" cy="8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400" b="1" i="0">
                <a:solidFill>
                  <a:srgbClr val="FFFFFF"/>
                </a:solidFill>
                <a:latin typeface="Alegreya Sans"/>
              </a:rPr>
              <a:t>Traffic Manager — Paid Media (work-study)</a:t>
            </a:r>
          </a:p>
          <a:p>
            <a:pPr>
              <a:spcBef>
                <a:spcPts val="200"/>
              </a:spcBef>
            </a:pPr>
            <a:r>
              <a:rPr sz="1500" b="0" i="1">
                <a:solidFill>
                  <a:srgbClr val="3AEDE5"/>
                </a:solidFill>
                <a:latin typeface="Alegreya Sans"/>
              </a:rPr>
              <a:t>Digital Marketing — Acquisition &amp; Performance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28600" y="1180000"/>
            <a:ext cx="3842800" cy="531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3AEDE5"/>
                </a:solidFill>
                <a:latin typeface="Alegreya Sans"/>
              </a:rPr>
              <a:t>MAIN AREAS OF EXPERTISE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Traffic Management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Paid Media (Meta, TikTok, Pinterest)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E-commerce (Shopify)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Analytics (GA, KPI reporting)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Emailing (Mailjet)</a:t>
            </a:r>
          </a:p>
          <a:p>
            <a:pPr algn="l">
              <a:spcBef>
                <a:spcPts val="600"/>
              </a:spcBef>
              <a:spcAft>
                <a:spcPts val="300"/>
              </a:spcAft>
            </a:pPr>
            <a:r>
              <a:rPr sz="1300" b="1" i="0">
                <a:solidFill>
                  <a:srgbClr val="3AEDE5"/>
                </a:solidFill>
                <a:latin typeface="Alegreya Sans"/>
              </a:rPr>
              <a:t>LANGUAGES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French — Native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English — B2</a:t>
            </a:r>
          </a:p>
          <a:p>
            <a:pPr algn="l">
              <a:spcBef>
                <a:spcPts val="600"/>
              </a:spcBef>
              <a:spcAft>
                <a:spcPts val="300"/>
              </a:spcAft>
            </a:pPr>
            <a:r>
              <a:rPr sz="1300" b="1" i="0">
                <a:solidFill>
                  <a:srgbClr val="3AEDE5"/>
                </a:solidFill>
                <a:latin typeface="Alegreya Sans"/>
              </a:rPr>
              <a:t>EDUCATION &amp; CERTIFICATIONS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2025 — 2027  </a:t>
            </a:r>
            <a:r>
              <a:rPr sz="1200" b="1" i="0">
                <a:solidFill>
                  <a:srgbClr val="FFFFFF"/>
                </a:solidFill>
                <a:latin typeface="Alegreya Sans"/>
              </a:rPr>
              <a:t>EM Normandie Business School</a:t>
            </a:r>
          </a:p>
          <a:p>
            <a:pPr algn="l">
              <a:spcAft>
                <a:spcPts val="300"/>
              </a:spcAft>
            </a:pPr>
            <a:r>
              <a:rPr sz="1200" b="0" i="1">
                <a:solidFill>
                  <a:srgbClr val="CCD6E8"/>
                </a:solidFill>
                <a:latin typeface="Alegreya Sans"/>
              </a:rPr>
              <a:t>Master's, Digital Marketing &amp; AI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2022 — 2025  </a:t>
            </a:r>
            <a:r>
              <a:rPr sz="1200" b="1" i="0">
                <a:solidFill>
                  <a:srgbClr val="FFFFFF"/>
                </a:solidFill>
                <a:latin typeface="Alegreya Sans"/>
              </a:rPr>
              <a:t>EM Normandie</a:t>
            </a:r>
          </a:p>
          <a:p>
            <a:pPr algn="l">
              <a:spcAft>
                <a:spcPts val="300"/>
              </a:spcAft>
            </a:pPr>
            <a:r>
              <a:rPr sz="1200" b="0" i="1">
                <a:solidFill>
                  <a:srgbClr val="CCD6E8"/>
                </a:solidFill>
                <a:latin typeface="Alegreya Sans"/>
              </a:rPr>
              <a:t>Bachelor International Management, Digital Mktg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2024  </a:t>
            </a:r>
            <a:r>
              <a:rPr sz="1200" b="1" i="0">
                <a:solidFill>
                  <a:srgbClr val="FFFFFF"/>
                </a:solidFill>
                <a:latin typeface="Alegreya Sans"/>
              </a:rPr>
              <a:t>HubSpot Academy</a:t>
            </a:r>
          </a:p>
          <a:p>
            <a:pPr algn="l">
              <a:spcAft>
                <a:spcPts val="300"/>
              </a:spcAft>
            </a:pPr>
            <a:r>
              <a:rPr sz="1200" b="0" i="1">
                <a:solidFill>
                  <a:srgbClr val="CCD6E8"/>
                </a:solidFill>
                <a:latin typeface="Alegreya Sans"/>
              </a:rPr>
              <a:t>Inbound Marketing certification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In progress  </a:t>
            </a:r>
            <a:r>
              <a:rPr sz="1200" b="1" i="0">
                <a:solidFill>
                  <a:srgbClr val="FFFFFF"/>
                </a:solidFill>
                <a:latin typeface="Alegreya Sans"/>
              </a:rPr>
              <a:t>Pinterest</a:t>
            </a:r>
          </a:p>
          <a:p>
            <a:pPr algn="l">
              <a:spcAft>
                <a:spcPts val="300"/>
              </a:spcAft>
            </a:pPr>
            <a:r>
              <a:rPr sz="1200" b="0" i="1">
                <a:solidFill>
                  <a:srgbClr val="CCD6E8"/>
                </a:solidFill>
                <a:latin typeface="Alegreya Sans"/>
              </a:rPr>
              <a:t>Pinterest Media Buyer certification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28600" y="1180000"/>
            <a:ext cx="7434800" cy="531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3AEDE5"/>
                </a:solidFill>
                <a:latin typeface="Alegreya Sans"/>
              </a:rPr>
              <a:t>SUMMARY</a:t>
            </a:r>
          </a:p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FFFFFF"/>
                </a:solidFill>
                <a:latin typeface="Alegreya Sans"/>
              </a:rPr>
              <a:t>Master 1 Grande École student (innovation in digital marketing and AI) at EM Normandie Business School. Looking for a work-study position in traffic management, paid media and acquisition. B2 English, rigorous and resilient.</a:t>
            </a:r>
          </a:p>
          <a:p>
            <a:pPr algn="l">
              <a:spcBef>
                <a:spcPts val="600"/>
              </a:spcBef>
              <a:spcAft>
                <a:spcPts val="300"/>
              </a:spcAft>
            </a:pPr>
            <a:r>
              <a:rPr sz="1300" b="1" i="0">
                <a:solidFill>
                  <a:srgbClr val="3AEDE5"/>
                </a:solidFill>
                <a:latin typeface="Alegreya Sans"/>
              </a:rPr>
              <a:t>PROFESSIONAL EXPERIENCE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▸ </a:t>
            </a:r>
            <a:r>
              <a:rPr sz="1200" b="1" i="0">
                <a:solidFill>
                  <a:srgbClr val="FFFFFF"/>
                </a:solidFill>
                <a:latin typeface="Alegreya Sans"/>
              </a:rPr>
              <a:t>Hobbynote (media agency, Lille)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 — Intern then work-study — Traffic Management</a:t>
            </a:r>
            <a:r>
              <a:rPr sz="1200" b="0" i="1">
                <a:solidFill>
                  <a:srgbClr val="3AEDE5"/>
                </a:solidFill>
                <a:latin typeface="Alegreya Sans"/>
              </a:rPr>
              <a:t>  (2025 — ongoing)</a:t>
            </a:r>
          </a:p>
          <a:p>
            <a:pPr algn="l" lvl="1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Launch and optimisation of Social Ads campaigns on Meta Ads, TikTok Ads and Pinterest Ads; client acquisition strategies aligned to business objectives.</a:t>
            </a:r>
          </a:p>
          <a:p>
            <a:pPr algn="l" lvl="1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KPI tracking and analysis; campaign reviews; competitive watch &amp; benchmarks; media plan updates.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▸ </a:t>
            </a:r>
            <a:r>
              <a:rPr sz="1200" b="1" i="0">
                <a:solidFill>
                  <a:srgbClr val="FFFFFF"/>
                </a:solidFill>
                <a:latin typeface="Alegreya Sans"/>
              </a:rPr>
              <a:t>School project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 — E-commerce</a:t>
            </a:r>
            <a:r>
              <a:rPr sz="1200" b="0" i="1">
                <a:solidFill>
                  <a:srgbClr val="3AEDE5"/>
                </a:solidFill>
                <a:latin typeface="Alegreya Sans"/>
              </a:rPr>
              <a:t>  (2025)</a:t>
            </a:r>
          </a:p>
          <a:p>
            <a:pPr algn="l" lvl="1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Built a Shopify e-commerce site; UX optimisation; Mailjet newsletter; growth strategies.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▸ </a:t>
            </a:r>
            <a:r>
              <a:rPr sz="1200" b="1" i="0">
                <a:solidFill>
                  <a:srgbClr val="FFFFFF"/>
                </a:solidFill>
                <a:latin typeface="Alegreya Sans"/>
              </a:rPr>
              <a:t>Personal project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 — E-commerce</a:t>
            </a:r>
            <a:r>
              <a:rPr sz="1200" b="0" i="1">
                <a:solidFill>
                  <a:srgbClr val="3AEDE5"/>
                </a:solidFill>
                <a:latin typeface="Alegreya Sans"/>
              </a:rPr>
              <a:t>  (2024)</a:t>
            </a:r>
          </a:p>
          <a:p>
            <a:pPr algn="l" lvl="1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Created and ran an e-commerce site; product listings; digital ads; tracking via Google Analytics.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▸ </a:t>
            </a:r>
            <a:r>
              <a:rPr sz="1200" b="1" i="0">
                <a:solidFill>
                  <a:srgbClr val="FFFFFF"/>
                </a:solidFill>
                <a:latin typeface="Alegreya Sans"/>
              </a:rPr>
              <a:t>OMB Tourisme (Le Havre)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 — Intern — Administration &amp; Accounting</a:t>
            </a:r>
            <a:r>
              <a:rPr sz="1200" b="0" i="1">
                <a:solidFill>
                  <a:srgbClr val="3AEDE5"/>
                </a:solidFill>
                <a:latin typeface="Alegreya Sans"/>
              </a:rPr>
              <a:t>  (2023)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78000"/>
            <a:ext cx="12192000" cy="280000"/>
          </a:xfrm>
          <a:prstGeom prst="rect">
            <a:avLst/>
          </a:prstGeom>
          <a:solidFill>
            <a:srgbClr val="061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28600" y="6578000"/>
            <a:ext cx="11734800" cy="28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 i="1">
                <a:solidFill>
                  <a:srgbClr val="CCD6E8"/>
                </a:solidFill>
                <a:latin typeface="Alegreya Sans"/>
              </a:rPr>
              <a:t>The information in this document is strictly confidential — This document may only be shared with the owner's consent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