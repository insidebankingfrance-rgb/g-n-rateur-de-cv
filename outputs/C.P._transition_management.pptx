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programmes IT (cadrage,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Paiements,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conduite du changement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Compliance (BCBS 239, FINREP)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+ certifs (PRINCE2, ACAMS, RGPD)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Guitare électrique &amp; chant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Plongée sous-marine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pros &amp; expertise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 ; AlphaSights, GuidePoint,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ans) | Expert Management de Transition &amp; Transformation Critique. Relais opérationnel en contexte de vide managérial, fusion ou post-cybercrise. Dimensions C-Level (budgets &gt; 10 M€, reporting COMEX).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— COO Middle-Office Corporate &amp; Privé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(Mai — Juin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Transition flash post-fusion des middle-offices : relais managérial d'urgence, stabilisation des équipes.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opérationnelle et déploiement de la cible ; feuille de route à 1,5 mois, dashboards KPI quotidiens.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 &amp; Conseil Départemental 93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Conseil &amp; pilotage stratégique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Indigo (post-cyber) : diagnostic global du SI, vision cible du numérique, plan d'investissement IT pluriannuel et cadre de gouvernance.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CD 93 : cadrage du programme Relation Usager — convergence de 8 projets Microsoft Dynamics, gouvernance et feuille de route pluriannuelle.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Banque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(projet SIGMA) : gestion IAM, pilote pour la standardisation des habilitations du socle commun Groupe ; formation et déploiement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 : taskforce Cash Management / Correspondent Banking (20+ consultants) ; développement Banque-Assurance (PNB &gt; 200 K€).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ans — Resp. KYC, VP Marketing B2B,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 : TOM digitalisation, Blockchain/IA — fiabilisation à +90 % sur 3 CSP.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 : CRM MS Dynamics international (1 000 users) ; +30 % de PNB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Transition Manager — IT &amp; Finance Program Management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IT &amp; Finance Transformation — Banking, Public Sector, Mobility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Program &amp; Project Governance (scoping, PMO)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Payments, Cash Management, ERP, CRM,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IT Master Plan &amp; Cybersecurity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Change Leadership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&amp; Compliance (BCBS 239, FINREP)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Fluent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Spanish — Fluent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in Management + certs (PRINCE2, ACAMS, GDPR)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Electric guitar &amp; singing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Scuba diving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Professional circles &amp; expert calls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UMBREX / VERITUX; AlphaSights, GuidePoint, Les BigBoss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years) | Expert Transition Management &amp; Critical Transformation. Operational relay in management vacuum, merger or post-cyberattack contexts. C-Level dimensions (budgets &gt; €10M, COMEX reporting).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Transition Manager — COO Middle-Office Corporate &amp; Private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(May — June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Flash post-merger transition of middle-offices: emergency management relay, team stabilization.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Operational security and target deployment; 1.5-month roadmap, daily KPI dashboards.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 &amp; Seine-Saint-Denis County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Strategic advisory &amp; scoping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Indigo (post-cyber): global IT diagnosis, target digital vision, multi-year IT investment plan and governance framework.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CD 93: scoping of the Citizen Relationship program — convergence of 8 Microsoft Dynamics projects, governance and multi-year roadmap.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Banking &amp; Insurance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 (SIGMA project): IAM management, pilot for standardizing authorizations on the Group common foundation; training and Group-level deployment.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CIB: supervision of a Cash Management / Correspondent Banking taskforce (20+ consultants); Banking-Insurance development (PNB &gt; €200K).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20 years — KYC Lead, VP B2B Marketing,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KYC (2019-22): TOM for KYC digitalization, Blockchain/AI — reliability to 90%+ across 3 SSCs.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VP B2B &amp; Digital (2007-19): international MS Dynamics CRM (1,000 users); +30% PNB in Cash Management.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