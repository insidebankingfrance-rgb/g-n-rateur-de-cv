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&amp; projets IT (PMO)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BI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formation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(Grande École)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 · PL-900 · ACAMS · RGPD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Expert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GuidePoint,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ans), expert du management de transition et des transformations critiques. Relais et gestion de crise : prise en main immédiate de directions opérationnelles (middle-office, IT) en contexte de vide managérial, de fusion ou de post-cybercrise — diagnostic 360, restructuration d'équipes et définition de Target Operating Models. Gouvernance, Data &amp; Compliance : sécurisation des risques opérationnels et mise en conformité réglementaire (KYC, BCBS 239, FINREP). Dimensions C-Level : budgets &gt; 10 M€, reporting Directoire / COMEX, direction de taskforces (+20 consultants) et de centres de services internationaux.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Transition — Directeur Opérationnel Middle-Office Corporate &amp; Privé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mai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 de transition flash : stabiliser l'organisation et piloter la convergence post-fusion des middle-offices de la Banque Judiciaire et de la Banque des Entreprises.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Relais managérial d'urgence : prise en main immédiate du périmètre pour pallier un vide managérial, stabilisation des équipes aux côtés de la nouvelle Directrice.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Sécurisation opérationnelle : audit et traitement des points de friction (inefficiences, doublons, délais) pour restaurer la qualité de service et maîtriser les risques réglementaires.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Déploiement des processus unifiés cibles ; livrables : feuille de route à 1,5 mois, tableaux de bord quotidiens (KPI), rapports de continuité de mission.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&amp; projets IT (PMO)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BI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formation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(Grande École)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 · PL-900 · ACAMS · RGPD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Expert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GuidePoint,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Pilotage stratégique auprès du Comité Exécutif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· S2)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Reconstruction post-cyber et refonte de la gouvernance IT : structuration de la trajectoire de transformation numérique à horizon 3 ans.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Diagnostic global du système d'information : organisation, processus, infrastructures, applications, data et compétences.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Conception de la vision cible du numérique, définition du futur rôle de la DSI Groupe et élaboration du plan d'investissement IT pluriannuel.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Livrables exécutifs : feuille de route, cartographies, matrices de compétences, organigrammes cibles, chantiers prioritaires.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 Départemental de la Seine-Saint-Denis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Cadrage stratégique — Gestion de la Relation Usager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· S1)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Cadrage stratégique du programme de Gestion de la Relation Usager pour améliorer la coordination des services internes.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Convergence et pilotage de 8 projets autour de la solution Microsoft Dynamics.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d'ateliers de co-construction avec les directions opérationnelles pour identifier et prioriser les besoins métiers.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de la gouvernance (comités, rôles) et conception d'une feuille de route pluriannuelle intégrant le front office et la gestion des réclamations.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&amp; projets IT (PMO)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BI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formation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(Grande École)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 · PL-900 · ACAMS · RGPD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Expert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GuidePoint,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Banque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BPCE, projet SIGMA (S2 2023) : gestion de projet IAM, conduite d'un pilote pour la standardisation des habilitations garantissant la sécurité réglementaire du socle commun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Transfert de connaissances, manuels utilisateurs, formation et déploiement au niveau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 (S1 2023) : supervision d'une taskforce Cash Management / Correspondent Banking, management de 20+ consultants juniors et confirmés, définition des KPI et animation des comités hebdomadaires auprès de la Direction des Paiements.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Développement commercial du portefeuille Banque-Assurance (PNB &gt; 200 K€) ; membre de la Communauté Data &amp; 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— Direction de la Conformité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de projet KYC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du Target Operating Model pour la digitalisation KYC et déploiement auprès des filiales et business units ; pilotage des POC internationaux et validation du modèle cible.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Intégration de solutions Blockchain et IA pour fiabiliser les dossiers KYC à plus de 90 % ; nouvelles solutions technologiques (SWIFT, CLIPEUM, reconnaissance faciale) déployées sur 3 Centres de Services Partagés.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Tableaux de bord de monitoring en temps réel de la conformité des flux ; résultat : réduction du risque opérationnel et harmonisation des processus KYC au niveau Groupe.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&amp; projets IT (PMO)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BI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formation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(Grande École)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 · PL-900 · ACAMS · RGPD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Expert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GuidePoint,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Digital &amp; Pilotage de la Filière Risque / Finance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(2014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Harmonisation des outils de pilotage commercial et financier des filiales bancaires (Afrique, Europe centrale, Russie) et mutualisation des KPI entre les directions Risque et Finance.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 « Client 360 » : pilotage du POC d'un outil d'agrégation de données client connecté au Data Lake (Hadoop / Cloudera), permettant une analyse prédictive des risques de contrepartie.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Data &amp; BI : déploiement de COGNOS BI et du CRM Microsoft Dynamics à l'international (1 000 utilisateurs) ; animation de filière (séminaires, intranet).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Vice-Président Marketing B2B — France et Europe de l'Ouest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des Senior Bankers dans les plans d'action commerciale et la revue de portefeuilles stratégiques ; déploiement du CRM Microsoft Dynamics sur l'Europe de l'Ouest.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Tableaux de bord de suivi des KPI ayant contribué à une croissance de 30 % du PNB sur le cash management et les services financiers spécialisés.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&amp; projets IT (PMO)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BI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formation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(Grande École)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 · PL-900 · ACAMS · RGPD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Expert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GuidePoint,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— Banque à Distance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produit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2007)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des évolutions majeures de l'outil de banque à distance : virements complexes, suivi des lignes de crédit, mise en œuvre du virement SEPA.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et gestion de SG Trust Services (certificats électroniques, authentification forte) ; outil élu « Meilleur outil de banque à distance » par Capital, Challenges et Les Échos.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Accenture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Senior en Conduite du Changement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(1999 — 2002)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Projets SAP (FI/CO/MM) chez Air France, Alstom, Carrefour et Danone : coordination des équipes projet, ingénierie de formation et conduite du changement sur des déploiements ERP majeurs.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TCL Multimedia — Madrid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Business Développement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(1996 — 1998)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marketing et support commercial en environnement multiculturel ; refonte du suivi de la supply chain : −30 % de stocks et amélioration du fonds de roulement.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