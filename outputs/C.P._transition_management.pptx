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et de projets IT : cadrage, gouvernance, feuille de route,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Secteurs : 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Systèmes et solutions : paiements, cash management, ERP, CRM, Business Intelligence,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Gouvernance, Data &amp; Compliance : 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accompagnement : formation d'équipes, conduite du changement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1996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EDHEC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Master en Management — cursus Grande École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Google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AI Professional Certificate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PRINCE2 Practitioner · Microsoft PL-900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legreya Sans"/>
              </a:rPr>
              <a:t>Conformité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KYC &amp; Due Diligence (ACAMS) · RGPD (CNIL et IAPP)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Ex-VP Société Générale (20 ans), expert du management de transition et des transformations critiques. Relais et gestion de crise : prise en main immédiate de directions opérationnelles (middle-office, IT) en contexte de vide managérial, de fusion ou de post-cybercrise — diagnostic 360, restructuration d'équipes et définition de Target Operating Models. Gouvernance, Data &amp; Compliance : sécurisation des risques opérationnels et mise en conformité réglementaire (KYC, BCBS 239, FINREP). Dimensions C-Level : budgets &gt; 10 M€, reporting Directoire / COMEX, direction de taskforces (+20 consultants) et de centres de services internationaux.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Delubac &amp; Cie (via Ailancy)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Manager de Transition — Directeur Opérationnel Middle-Office Corporate &amp; Privé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(Depuis mai 2026)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Mission de transition flash visant à stabiliser l'organisation et piloter la convergence post-fusion des middle-offices de la Banque Judiciaire et de la Banque des Entreprises.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Relais managérial d'urgence : prise en main immédiate du périmètre pour pallier un vide managérial, stabilisation des équipes (risques de turnover et démobilisation) aux côtés de la nouvelle Directrice.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Sécurisation opérationnelle : audit et traitement des points de friction (inefficiences, doublons de processus, allongement des délais de traitement) afin de restaurer la qualité de service et maîtriser les risques réglementaires.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Déploiement de la cible : alignement et déploiement opérationnel des nouveaux processus unifiés conçus par la direction de la Transformation.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Livrables clés : plan d'accompagnement et feuille de route à 1,5 mois, tableaux de bord de pilotage quotidien (KPI), rapports de continuité de mission.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CENTRES D'INTÉRÊT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Musique : guitare électrique, acoustique, chant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Collectionneur de vinyles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Plongée sous-marine, fitness, ski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Photographie, montage vidéo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Théâtre amateur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Cercles professionnels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Membre UMBREX / VERITUX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Intervenant / modérateur</a:t>
            </a:r>
            <a:r>
              <a:rPr sz="1200" b="0" i="1">
                <a:solidFill>
                  <a:srgbClr val="CCD6E8"/>
                </a:solidFill>
                <a:latin typeface="Alegreya Sans"/>
              </a:rPr>
              <a:t> — AlphaSights, XpertsCouncil, Les BigBoss, GuidePoint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Groupe Indigo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Pilotage stratégique auprès du Comité Exécutif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· S2)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Contexte de reconstruction post-cyber et de refonte de la gouvernance IT : structuration et sécurisation de la trajectoire de transformation numérique à horizon 3 ans.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Diagnostic global du système d'information : organisation, processus, infrastructures, applications, data et compétences.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Contribution à la conception de la vision cible du numérique et à la définition du futur rôle de la DSI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Élaboration du plan d'investissement IT pluriannuel et du cadre de gouvernance associé.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Livrables exécutifs : feuille de route, cartographies, matrices de compétences, organigrammes cibles, chantiers prioritaires.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Conseil Départemental de la Seine-Saint-Denis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Cadrage stratégique — Gestion de la Relation Usager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(2025 · S1)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Cadrage stratégique du programme de Gestion de la Relation Usager pour améliorer la coordination des services internes.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Convergence et pilotage de 8 projets autour de la solution Microsoft Dynamics.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Animation d'ateliers de co-construction avec les directions opérationnelles pour identifier et prioriser les besoins métiers.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de la gouvernance (comités, rôles) et conception d'une feuille de route pluriannuelle intégrant le front office et la gestion des réclamations.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et de projets IT : cadrage, gouvernance, feuille de route,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Secteurs : 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Systèmes et solutions : paiements, cash management, ERP, CRM, Business Intelligence,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Gouvernance, Data &amp; Compliance : 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accompagnement : formation d'équipes, conduite du changement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CGI Business Consulting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Senior Manager — Banque Assurance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(2022 — 2025)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BPCE, projet SIGMA (S2 2023) : gestion de projet IAM, conduite d'un pilote pour la standardisation des habilitations garantissant la sécurité réglementaire du socle commun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Transfert de connaissances, manuels utilisateurs, formation et déploiement au niveau Groupe.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Crédit Agricole CIB (S1 2023) : supervision d'une taskforce Cash Management / Correspondent Banking, management de 20+ consultants juniors et confirmés, définition des KPI et animation des comités hebdomadaires auprès de la Direction des Paiements.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Développement commercial du portefeuille Banque-Assurance (PNB &gt; 200 K€) ; membre de la Communauté Data &amp; IA.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— Direction de la Conformité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de projet KYC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(2019 — 2022)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Définition du Target Operating Model pour la digitalisation KYC et déploiement auprès des filiales et business units ; pilotage des POC internationaux et validation du modèle cible.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Intégration de solutions Blockchain et IA pour fiabiliser les dossiers KYC à plus de 90 % ; nouvelles solutions technologiques (SWIFT, CLIPEUM, reconnaissance faciale) déployées sur 3 Centres de Services Partagés.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Tableaux de bord de monitoring en temps réel de la conformité des flux ; résultat : réduction du risque opérationnel et harmonisation des processus KYC au niveau Groupe.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et de projets IT : cadrage, gouvernance, feuille de route,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Secteurs : 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Systèmes et solutions : paiements, cash management, ERP, CRM, Business Intelligence,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Gouvernance, Data &amp; Compliance : 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accompagnement : formation d'équipes, conduite du changement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Digital &amp; Pilotage de la Filière Risque / Finance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(2014 — 2019)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Harmonisation des outils de pilotage commercial et financier des filiales bancaires (Afrique, Europe centrale, Russie) et mutualisation des KPI entre les directions Risque et Finance.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 « Client 360 » : pilotage du POC d'un outil d'agrégation de données client connecté au Data Lake (Hadoop / Cloudera), permettant une analyse prédictive des risques de contrepartie.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Data &amp; BI : déploiement de COGNOS BI et du CRM Microsoft Dynamics à l'international (1 000 utilisateurs) ; animation de filière (séminaires, intranet).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Vice-Président Marketing B2B — France et Europe de l'Ouest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(2007 — 2014)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Accompagnement des Senior Bankers dans les plans d'action commerciale et la revue de portefeuilles stratégiques ; déploiement du CRM Microsoft Dynamics sur l'Europe de l'Ouest.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Tableaux de bord de suivi des KPI ayant contribué à une croissance de 30 % du PNB sur le cash management et les services financiers spécialisés.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Christophe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POBEREJSKY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Manager de Transition — Direction de Programme IT &amp; Finance (suite)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Transformation IT &amp; Finance — Banque, Secteur Public, Mobilités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programmes et de projets IT : cadrage, gouvernance, feuille de route, PMO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Secteurs : banque, secteur public, mobilités urbaines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Systèmes et solutions : paiements, cash management, ERP, CRM, Business Intelligence, KYC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Schéma directeur IT &amp; cybersécurité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Gouvernance, Data &amp; Compliance : KYC, BCBS 239, FINREP, Big Data (Hadoop)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Management &amp; accompagnement : formation d'équipes, conduite du changement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Anglais — Courant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Espagnol — Courant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PRINCIPALES EXPÉRIENCES PROFESSIONNELLES (suite)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Société Générale — Banque à Distance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produit Cash Management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(2002 — 2007)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des évolutions majeures de l'outil de banque à distance : virements complexes, suivi des lignes de crédit, mise en œuvre du virement SEPA.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Lancement et gestion de SG Trust Services (certificats électroniques, authentification forte) ; outil élu « Meilleur outil de banque à distance » par Capital, Challenges et Les Échos.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Accenture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Consultant Senior en Conduite du Changement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(1999 — 2002)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Projets SAP (FI/CO/MM) chez Air France, Alstom, Carrefour et Danone : coordination des équipes projet, ingénierie de formation et conduite du changement sur des déploiements ERP majeurs.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TCL Multimedia — Madrid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Responsable Business Développement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(1996 — 1998)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Stratégie marketing et support commercial en environnement multiculturel ; refonte du suivi de la supply chain : −30 % de stocks et amélioration du fonds de roulement.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