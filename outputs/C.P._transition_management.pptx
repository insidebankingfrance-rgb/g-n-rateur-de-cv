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C.P.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de Transition — Direction de Programme IT &amp; Finance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IT &amp; Finance — Banque, Secteur Public, Mobilités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programmes IT (cadrage, PMO)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Paiements, Cash Management, ERP, CRM,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Schéma directeur IT &amp; cybersécurité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&amp; conduite du changement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Trilingue FR / EN / 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1996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en Management (Grande École)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Google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Professional Certificate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Certifs pro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PRINCE2, KYC-ACAMS, RGPD (CNIL/IAPP)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Cercles pros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Membre UMBREX / VERITUX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Intervenant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AlphaSights, XpertsCouncil, Les BigBoss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Ex-VP Société Générale (20 ans) | Expert Management de Transition &amp; Transformation Critique. Relais opérationnel en contexte de vide managérial, fusion ou post-cybercrise.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Delubac &amp; Cie (via Ailancy)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de Transition — COO Middle-Office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— Juin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Relais managérial d'urgence : prise en main du périmètre post-fusion des middle-offices, stabilisation des équipes aux côtés de la nouvelle Directrice.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Sécurisation opérationnelle : audit des frictions ; feuille de route à 1,5 mois, dashboards KPI quotidiens.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Indigo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Pilotage stratégique COMEX — Refonte gouvernance IT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(S2))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Diagnostic global du SI (organisation, processus, infrastructures, data, compétences) dans un contexte de reconstruction post-cyber.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Plan d'investissement IT pluriannuel + cadre de gouvernance ; livrables exécutifs : roadmap, cartographies, organigrammes cibles.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CGI Business Consulting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Banque Assurance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(2022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BPCE (projet SIGMA) : gestion IAM, pilote pour la standardisation des habilitations sur le socle commun Groupe.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Crédit Agricole CIB : taskforce Cash Management / Correspondent Banking (20+ consultants) ; PNB &gt; 200 K€.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20 ans — Rôles multiples (KYC, VP B2B, Cash Mgmt)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(2002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 (2019-22) : TOM digitalisation, Blockchain/IA — fiabilisation à +90 % sur 3 CSP ; réduction du risque opérationnel.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VP B2B &amp; Digital (2007-19) : rollout CRM MS Dynamics international (1 000 users) ; +30 % PNB Cash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C.P.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Transition Manager — IT &amp; Finance Program Management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IT &amp; Finance Transformation — Banking, Public Sector, Mobility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Program &amp; Project Governance (scoping, PMO)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Payments, Cash Management, ERP, CRM,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Master Plan &amp; Cybersecurity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&amp; Change Leadership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Trilingual FR / EN / 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1996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in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Google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Professional Certificate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PRINCE2, KYC-ACAMS, GDPR (CNIL/IAPP)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Professional circles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Member UMBREX / VERITUX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Speaker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AlphaSights, XpertsCouncil, Les BigBoss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Ex-VP Société Générale (20 years) | Expert Transition Management &amp; Critical Transformation. Operational relay in management vacuum, merger or post-cyberattack contexts.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Delubac &amp; Cie (via Ailancy)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Transition Manager — COO Middle-Office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— June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Emergency management relay: takeover of the post-merger middle-office perimeter, stabilisation of teams alongside the new Director.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Operational security: friction points audit; 1.5-month roadmap, daily KPI dashboards.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Indigo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Strategic piloting COMEX — IT governance overhaul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(H2))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Global IT diagnosis (organisation, processes, infrastructure, data, competencies) in a post-cyber reconstruction context.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Multi-year IT investment plan + governance framework; executive deliverables: roadmap, mappings, target org charts.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CGI Business Consulting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Banking &amp; Insurance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(2022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BPCE (SIGMA project): IAM management, pilot for the standardisation of authorisations on the Group common foundation.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Crédit Agricole CIB: taskforce Cash Management / Correspondent Banking (20+ consultants); PNB &gt; 200K€.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20 years — Multiple roles (KYC, VP B2B, Cash Mgmt)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(2002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 (2019-22): TOM for KYC digitalisation, Blockchain/AI — reliability to 90%+ across 3 SSCs; drastic reduction of operational risk.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VP B2B &amp; Digital (2007-19): international MS Dynamics CRM rollout (1,000 users); +30% PNB in Cash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