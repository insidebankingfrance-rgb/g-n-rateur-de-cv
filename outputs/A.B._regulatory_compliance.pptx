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Aboubacar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BATHILY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Consultant Indépendant — Gestion de Projets Réglementaires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Conformité &amp; Contrôle Interne — CIB, Asset Management, Assurance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Conformité réglementaire européenne (MiFID II, PRIIPs, SFDR)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LCB-FT / KYC, Abus de Marché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DORA, MiCA, RGPD, Solvabilité II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Contrôle interne &amp; risque opérationnel (LoD1-LoD3)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Gestion de projet Waterfall &amp; Agile (PMO/PM)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Natif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Courant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2017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Université Panthéon-Assas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en Finance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—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Certifications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AMF, PMI, McKinsey Forward, Cybersécurité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Expert en conformité et contrôle interne, 8 ans d'expérience dans les services financiers. Spécialisé dans le pilotage de programmes réglementaires complexes, habitué à l'accompagnement des COMEX et Comités de Direction.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PRINCIPALES EXPÉRIENCES PROFESSIONNELLES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AXA IM / BNP AM (Direction COO)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Chef de Projet — Transition de prestataire de reporting réglementaire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(Depuis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Cadrage des processus de reporting AXA IM post-fusion BNP AM ; scénarios de réinternalisation vs externalisation, cartographie des contrôles.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Définition du TOM (workflows, RACI, gap analysis) sur les reportings PRIIPs &amp; UCITS KI(I)D, MiFID II, SFDR.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MPG Partners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Manager Consultant — Services Financiers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(2020 —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Développement d'offres : Conformité / Contrôle Interne (risque climatique / SFDR), agrément MiCA des PSAN, formation MAD/MAR, DORA.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Missions : reporting MiFID II (SGCIB), projets cross-border (CACIB), programme LCB-FT/KYC (AXA), transition prestataire (LBPAM &amp; Ostrum).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Marker Management Consulting (racheté par PwC)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Consultant Contrôle Interne &amp; Conformité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(2019 — 2020)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RCCI délégué pour une dizaine de sociétés de gestion : contrôle permanent KYC/LCB-FT, Abus de Marché, Valorisation, Conflits d'Intérêts.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Rédaction de dossiers d'agrément AMF, plans de contrôle annuels, politiques et procédures.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Ernst &amp; Young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Consultant Risk Management — Services Financiers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(2018 — 2019)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Contrôles périodiques pour les filiales Natixis IM : KYC/LCB-FT, fonds propres (CRR), Abus de Marché, valorisation, best execution.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Rédaction de rapports d'audit et de procédures internes pour banques, assureurs et sociétés de gestion.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Aboubacar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BATHILY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Independent Consultant — Regulatory Project Management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Compliance &amp; Internal Control — CIB, Asset Management, Insurance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European regulatory compliance (MiFID II, PRIIPs, SFDR)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AML-CFT / KYC, Market Abuse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DORA, MiCA, GDPR, Solvency II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Internal control &amp; operational risk (LoD1-LoD3)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Project management Waterfall &amp; Agile (PMO/PM)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Fluent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2017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Université Panthéon-Assas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Master's Degree in Finance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—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Certifications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AMF, PMI, McKinsey Forward, Cybersecurity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Expert in compliance and internal control with 8 years of experience in financial services. Specialized in managing complex regulatory programs, experienced in supporting COMEX and Executive Committees.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AXA IM / BNP AM (COO Department)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Project Manager — Regulatory Reporting Provider Transition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(Since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Scoping of AXA IM reporting processes post-merger with BNP AM; reinternalization vs outsourcing scenarios, control mapping.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Definition of the TOM (workflows, RACI, gap analysis) on PRIIPs &amp; UCITS KI(I)D, MiFID II, SFDR reportings.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MPG Partners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Manager Consultant — Financial Services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(2020 —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Service offerings: Compliance / Internal Control (climate risk / SFDR), MiCA approval for PSANs, MAD/MAR training, DORA.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Missions: MiFID II reporting (SGCIB), cross-border projects (CACIB), AML/KYC program (AXA), provider transition (LBPAM &amp; OSTRUM).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Marker Management Consulting (acquired by PwC)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Internal Control &amp; Compliance Consultant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(2019 — 2020)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Delegated RCCI for around 10 Asset Management companies: permanent control on KYC/AML, Market Abuse, Valuation, Conflicts of Interest.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Drafted AMF licensing files, annual control plans, policies and procedures.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Ernst &amp; Young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Risk Management Consultant — Financial Services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(2018 — 2019)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Periodic controls for Natixis IM affiliates: KYC/AML, capital requirements (CRR), Market Abuse, valuation, best execution.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Wrote audit reports and internal procedures for banks, insurers, and asset managers.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