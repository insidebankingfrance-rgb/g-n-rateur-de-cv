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Daniel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BLUNDELL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AI Engineer / Data Scientist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Data Science &amp; GenAI — Services financiers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Science &amp; GenAI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Engineering (Azure x OpenAI, Databricks)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SAFe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DevOps / CI-CD (Azure DevOps, Jenkins)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Python, Scikit-Learn / PyTorch, SQL, 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Centrale de Marseille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Diplôme d'ingénieur, spéc. Finance &amp; Data Science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SAFe POPM ; Azure Data Science Associate (Microsoft)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7 ans d'expérience en conseil Data pour les services financiers. Encadrement Agile de plusieurs plateformes IA appliquées aux données financières et commerciales.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Grande banque française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— 3 plateformes NLP (juridique &amp; réglementaire)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des développements full stack ; industrialisation CI/CD en production (Azure DevOps vers Bitbucket, XLRelease, XLDeploy).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Architecture sécurité et environnements Azure de test/production (VNETs, flux) ; images Docker en environnement sécurisé avec la DSI.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Grande banque française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Analyse statistique du stock client &amp; axes stratégiques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(6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Cadrage, gestion du projet et développement des travaux data science ; extraction et analyse de larges volumes de données.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Machine Learning et NLP sur les données NPS pour interpréter les variations du stock client ; feuille de route basée sur des analyses Big Data.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Banque française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Algorithmes ML — Détection de transactions suspicieuses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des algorithmes dans un pipeline DevOps complet ; tableaux de bord d'analyse des transactions identifiées.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Processus manuel de classification entraînant l'algorithme en continu (active learning).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Banque étrangère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Analyse d'impact — Réforme sécurité sociale / fonds de pension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sous R du code de projection démographique détaillée, avec modèles avancés de probabilité statistique.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Optimisation de la vitesse de calcul par parallélisation des opérations.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Daniel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BLUNDELL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AI Engineer / Data Scientist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Data Science &amp; GenAI —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Science &amp; GenAI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Engineering (Azure x OpenAI, Databricks)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SAFe Product Ownership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DevOps / CI-CD (Azure DevOps, Jenkins)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Python, Scikit-Learn / PyTorch, SQL, 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Centrale de Marseille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Engineering degree, Finance &amp; Data Science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SAFe POPM; Azure Data Science Associate (Microsoft)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7 years of experience in Data consulting for financial services. Agile leadership of several AI platforms applied to financial and commercial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Major French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3 NLP platforms (legal &amp; regulatory)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of full-stack development; CI/CD industrialization in production (Azure DevOps to Bitbucket, XLRelease, XLDeploy).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Security architecture and Azure test/production environments (VNETs, flows); Docker builds in a secured environment with the IT department.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Major French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In-depth statistical analysis of the client base &amp; strategic directions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(6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Scoping, project management and data science delivery; extraction and analysis of large data volumes.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Machine Learning and NLP on NPS data to interpret client-base variations; roadmap based on Big Data analyses.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French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ML algorithms — Suspicious transaction detection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Algorithm development within a complete DevOps pipeline; dashboards to analyse identified transactions.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Manual classification process feeding the algorithm continuously (active learning).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Foreign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Impact analysis — Social security reform / pension fund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Developed in R the full detailed demographic projection code, applying advanced statistical probability models.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Optimized computation speed by parallelizing operations.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