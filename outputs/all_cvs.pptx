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Alexandre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POLAKOWSKI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Spécialiste AI Governance, AI Risk &amp; EU AI Act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Gouvernance IA &amp; Conformité réglementaire —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Digital Ethics Officer (avec Mention)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Affaires européennes et internationales (avec Mention)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de Versailles Saint-Quentin-en-Yvelines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Influence &amp; Affaires publiques (avec Mention)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Conseiller Numérique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Podcasteur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Conférencier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gouvernance de l'IA, AI Risk Management et conformité réglementaire, avec près de 8 ans d'expérience auprès de grandes institutions bancaires. Spécialisé dans l'EU AI Act et le déploiement de dispositifs de gouvernance IA à l'échelle internationale.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CIB européenne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et mise en œuvre du cadre de gouvernance des risques IA : politiques internes, cartographie des risques, comitologie et coordination des fonctions support et métiers.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opérationnel de la gouvernance : identification, évaluation, priorisation, validation et remédiation des systèmes d'IA.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de l'offre AI Risk Management : coordination des réponses aux appels d'offres, veille stratégique et réglementaire, développement commercial et animation de l'écosystème financier.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et animation du groupe de travail IA de l'association Paris Europlace (+40 responsables du secteur financier) : rédaction de position papers et de réponses aux consultations européennes, benchmarks.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du programme de mise en conformité EU AI Act du Groupe BPCE et de ses entités (Natixis, Oney, BRED, etc.) : cartographie et évaluation des risques IA, définition de la politique et du cadre normatif Groupe, évolution des processus opérationnels, animation du comité de pilotage.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et accompagnement de plus de 35 décideurs locaux (DPO, Chief Compliance Officer, CDO, etc.) dans la déclinaison du cadre normatif Groupe.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Structuration du cadre de gouvernance des risques IA avec le Chief Data Officer : inventaire des systèmes, formation des référents métiers et pilotage de la conformité EU AI Act dans plus de 10 entités internationales.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Ambassadeur des outils d'IA Générative Groupe auprès de 3 000 collaborateurs Oney.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Alexandre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POLAKOWSKI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AI Governance, AI Risk &amp; EU AI Act Specialist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AI Governance &amp; Regulatory Compliance —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Digital Ethics Officer certification (with Distinction)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European &amp; International Affairs (with Distinction)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Versailles Saint-Quentin-en-Yvelines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Influence &amp; Public Affairs (with Distinction)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Digital Council Advisor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Podcaster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in AI Governance, AI Risk Management and regulatory compliance, with nearly 8 years of experience advising major banking institutions. Specialised in the EU AI Act and the international rollout of AI governance frameworks.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European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and rollout of the AI risk governance framework: internal policies, risk mapping, committee design, coordination of support and business functions.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pilot of AI governance: identification, assessment, prioritisation, validation and remediation of AI systems.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Head of the AI Risk Management offering: RFP coordination, strategic and regulatory watch, business development and financial-ecosystem animation.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AI working group at Paris Europlace association (40+ senior financial-sector representatives): position papers, EU consultation responses, benchmarks.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EU AI Act compliance programme for Groupe BPCE and its entities (Natixis, Oney, BRED, etc.): AI risk mapping and assessment, definition of Group policy and standards, operational process evolution, steering-committee animation.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and support of 35+ local decision-makers (DPO, Chief Compliance Officer, CDO, etc.) in deploying the Group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the AI risk governance framework with the Chief Data Officer: systems inventory, training of business reference owners, EU AI Act compliance pilot across 10+ international entities.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Group GenAI tools ambassador to 3,000 Oney employees.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Célia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CORVISIER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Chargée de Communication &amp; Marketing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Communication &amp; Marketing — Alternance Sept.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de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Organisation &amp; gestion de projet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Réseaux sociaux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vidéo &amp; montage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d'équipe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Intermédiaire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(Paris 15e)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M1 Marketing &amp;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2023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ESGCI (Paris 11e)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3 Com événementielle &amp; Digital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UPEC (Créteil)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DEUST 1 Bureautique &amp; Com Multimédia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Lecture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Musique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Curieuse, créative et dotée d'un esprit analytique, je prépare ma dernière année de Master en Communication &amp; Marketing. Mon objectif : rejoindre une équipe ambitieuse où je pourrai transformer les idées en actions concrètes.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Leroy Merlin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Community Manager — alternance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Actuel)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et modération des communautés ; création et diffusion de contenus engageants (posts, vidéos, stories).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la e-réputation et de la relation client en ligne ; reporting des actions social media.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Technema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Marketing &amp; Communication interne/externe — alternance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Réactualisation en équipe de la base de données fiche client ; refonte des codes articles et familles dans l'ERP.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Plans de communication sur les thématiques produits (module CO2, coffre en ligne, services d'infogérance).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Rêver d'Ailleurs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Communication — Événementiel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Rédaction, planification, organisation et animation d'événements ; création de visuels et de contenus.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Athlon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Communication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 — 4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du livret d'accueil de l'entreprise ; création de visuels et vidéos.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Recherches interne/externe sur des concepts modernes ; logique rédactionnelle entre thématiques.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Célia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CORVISIER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Communication &amp; Marketing Officer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Communication &amp; Marketing — Work-study Sept.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Communication strategy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organisation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Social media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Video creation &amp; editing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Team coordination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Intermediate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(Paris 15e)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M1 Marketing &amp; Communication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2023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ESGCI (Paris 11e)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3 Event Com &amp; Digital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UPEC (Créteil)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DEUST 1 Office &amp; Multimedia Com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Reading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Curious, creative and analytical, I am finishing my Master's in Communication &amp; Marketing. My goal: join an ambitious team where I can turn ideas into concrete actions.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Leroy Merlin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Community Manager — work-study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Community animation and moderation; creation and distribution of engaging content (posts, videos, stories).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E-reputation and online customer relations management; social-media performance reporting.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Technema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&amp; External Marketing — work-study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Team refresh of the client master data; redesign of product and family codes in the ERP.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Communication plans for product themes (CO2 module, online vault, IT-managed services).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Rêver d'Ailleurs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Communication intern — Events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 — 4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Writing, planning, organising and hosting events; visual and content creation.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Athlon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Communication intern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 — 4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the company welcome booklet; created visuals and videos.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Internal/external research on modern concepts; editorial logic across themes.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Célia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HAMMAR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Chargée de Création de contenu &amp; Marketing Digital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Marketing Digital — Création de contenu (alternance)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contenu (réseaux &amp; web)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Marketing événementiel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&amp; campagnes (Mailchimp)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CRM &amp; relation client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(GA, Meta, Excel)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Arabe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— Présent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de commerce INSEEC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Resp. de Projet Marketing &amp; Com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Bac+3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des Sciences &amp; Technologies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Recherche Opérationnelle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Cinéma (Wong Kar-Wai)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Peinture &amp; croquis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Natation (compétition régionale)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Galerie Joseph (réseau de 30 espaces, Le Marais)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Assistante chef de projet Communication / Event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contenus visuels et publications réseaux sociaux, site web, newsletters (Photoshop, Canva, Premiere Pro, Indesign).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d'une campagne emailing Mailchimp : +100 % de fréquentation visiteurs et +60 % d'inscriptions vs édition précédente (1 300 vs 800).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IPM (Groupe presse belge)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des relations clients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Août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à l'optimisation des outils et processus CRM (reporting, tableaux de bord).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Prise en charge et suivi des demandes clients en Front Office et Back Office (analyse, mise à jour, résolution).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KOMNOW (agence de marketing digital)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Commercial / Assistante Marketing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2020 — Août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Prospection et analyse de marché ; élaboration des propositions commerciales ; suivi et fidélisation clients.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de supports de communication (flyers, visuels, newsletters, contenus digitaux) ; gestion des réseaux sociaux.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Célia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HAMMAR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Content Creation &amp; Digital Marketing Officer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Marketing — Content Creation (work-study)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Content creation (social &amp; web)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Event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&amp; campaigns (Mailchimp)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CRM &amp; client relations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(GA, Meta, Excel)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Arabic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— Present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INSEEC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Marketing &amp; Communication PM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BSc 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Sciences &amp; Technology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Operations Research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Cinema (Wong Kar-Wai)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Painting &amp; sketching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Fashion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Swimming (regional competition)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Galerie Joseph (network of 30 venues, Le Marais)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Communication / Event Project Assistant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visual content and publications for social media, website and newsletters (Photoshop, Canva, Premiere Pro, Indesign).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Ran a Mailchimp emailing campaign: +100% visitor attendance and +60% registrations vs prior edition (1,300 vs 800).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IPM (Belgian press group)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Customer Relations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Aug.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Contributed to the optimisation of CRM tools and processes (reporting, dashboards).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Handled and followed up on Front-Office and Back-Office client requests (analysis, updates, resolution).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KOMNOW (digital marketing agency)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Sales / Marketing Assistant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2020 — Aug.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Prospecting and market analysis; sales proposals; client follow-up and loyalty.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communication materials (flyers, visuals, newsletters, digital content); managed social 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Christophe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POBEREJSKY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de Transition — Direction de Programme IT &amp; Finance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IT &amp; Finance — Banque, Secteur Public, Mobilités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programmes IT (cadrage,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Paiements,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Schéma directeur IT &amp; cybersécurité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conduite du changement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Trilingue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Management (Grande École)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Certifs pro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PRINCE2, KYC-ACAMS, RGPD (CNIL/IAPP)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Cercles pros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Membre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Intervenant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ans) | Expert Management de Transition &amp; Transformation Critique. Relais opérationnel en contexte de vide managérial, fusion ou post-cybercrise.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Transition — COO Middle-Office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—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Relais managérial d'urgence : prise en main du périmètre post-fusion des middle-offices, stabilisation des équipes aux côtés de la nouvelle Directrice.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Sécurisation opérationnelle : audit des frictions ; feuille de route à 1,5 mois, dashboards KPI quotidiens.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Pilotage stratégique COMEX — Refonte gouvernance 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(S2))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 global du SI (organisation, processus, infrastructures, data, compétences) dans un contexte de reconstruction post-cyber.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 d'investissement IT pluriannuel + cadre de gouvernance ; livrables exécutifs : roadmap, cartographies, organigrammes cibles.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Banque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(projet SIGMA) : gestion IAM, pilote pour la standardisation des habilitations sur le socle commun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 : taskforce Cash Management / Correspondent Banking (20+ consultants) ; PNB &gt; 200 K€.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ans — Rôles multiples (KYC, VP B2B, Cash Mgmt)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 : TOM digitalisation, Blockchain/IA — fiabilisation à +90 % sur 3 CSP ; réduction du risque opérationnel.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 : rollout CRM MS Dynamics international (1 000 users) ; +30 % PNB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Christophe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POBEREJSKY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Transition Manager — IT &amp; Finance Program Management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IT &amp; Finance Transformation — Banking, Public Sector,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Program &amp; Project Governance (scoping,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Payments,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Master Plan &amp; Cybersecurity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Change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Trilingual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PRINCE2, KYC-ACAMS, GDPR (CNIL/IAPP)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Professional circles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Member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years) | Expert Transition Management &amp; Critical Transformation. Operational relay in management vacuum, merger or post-cyberattack contexts.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Transition Manager — COO Middle-Office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—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Emergency management relay: takeover of the post-merger middle-office perimeter, stabilisation of teams alongside the new Director.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security: friction points audit; 1.5-month roadmap, daily KPI dashboards.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piloting COMEX — IT governance overhaul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(H2))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Global IT diagnosis (organisation, processes, infrastructure, data, competencies) in a post-cyber reconstruction context.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Multi-year IT investment plan + governance framework; executive deliverables: roadmap, mappings, target org charts.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&amp; Insurance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(SIGMA project): IAM management, pilot for the standardisation of authorisations on the Group common foundation.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CIB: taskforce Cash Management / Correspondent Banking (20+ consultants); PNB &gt; 200K€.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years — Multiple roles (KYC, VP B2B, Cash Mgmt)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(2019-22): TOM for KYC digitalisation, Blockchain/AI — reliability to 90%+ across 3 SSCs; drastic reduction of operational risk.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(2007-19): international MS Dynamics CRM rollout (1,000 users); +30% PNB in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Transformation Digitale &amp; IA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Programmes de Transformation | Digital | IA |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programmes complexes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digitale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et gouvernance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Roadmap produit &amp; plateformes digitales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 du changement &amp; Agile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Piloter le processus d'innovation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Leadership de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Leader expérimenté en transformation IA et digitale, habitué aux environnements complexes et réglementés. Vision stratégique et capacité d'exécution, pilotage de programmes de bout en bout.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Leader Transformation IA &amp; Digitale (consultant indépendant)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Leadership d'équipe Produit pour un acteur de référence de la protection sociale en France (épargne collective, santé, prévoyance) : refonte de l'expérience et des outils de relation client, intégration 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Conception et réalisation de projets IA, développement d'applications AI-driven ; études sectorielles sur les cas d'usage 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Programmes de Transformation Digitale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Mise en place d'un nouveau modèle de distribution omnicanal et d'un outil SaaS de planification / RDV livraisons de véhicules (4 pays) ; déploiement européen d'une plateforme e-commerce.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d'une ligne produit digitale internationale (budget &gt;1M€) : encadrement d'équipes pluridisciplinaires (&gt;50 personnes), définition de la vision produit / roadmap / UX.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Banque en Ligne Multi-Pays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end-to-end du lancement et développement d'une banque en ligne sur 3 pays ; conception des parcours clients digitaux (acquisition, souscription,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Résultats : +3 Md€ collectés et +100 000 comptes actifs en 5 ans ; gestion d'un budget annuel &gt; 20 M€, management d'équipes internes et externes.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Senior Digital &amp; Relation Client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de conseil en transformation digitale et optimisation de la relation client (banque, télécoms, énergie).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Lancement d'interfaces de banque à distance, personnalisation en ligne et applications mobiles innovantes ; encadrement de consultants et développement commercial.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David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LECLERCQ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Digital &amp; AI Transformation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Programs | Digital | AI |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Complex program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&amp; AI transformation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strategy &amp;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roadmap &amp; digital platforms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Change management &amp; Agile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2000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ESSEC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for Business, AI &amp;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Polytechnique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Piloting the innovation process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Transformation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Experienced leader in AI and digital transformation, familiar with complex and regulated environments. Strategic vision and execution capacity, end-to-end program piloting.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Allagio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&amp; Digital Transformation Leader (independent 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Product-team leadership for a leading French social-protection player (group savings, health, protection): overhaul of customer experience and CRM tools, AI integration.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and delivery of AI projects, AI-driven application development; sector studies on AI use-cases.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Stellantis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Digital Transformation Program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Rollout of a new omnichannel distribution model and a SaaS planning/booking tool for vehicle deliveries (4 countries); European e-commerce platform deployment.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digital product line management (budget &gt;€1M): leading multidisciplinary teams (&gt;50 people), product vision / roadmap / UX definition.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Distingo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Multi-Country Online Bank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(2012 — 2017)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End-to-end piloting of the launch and growth of an online bank across 3 countries; digital customer journey design (acquisition, onboarding, KYC, selfcare).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Results: €3B+ collected and 100,000+ active accounts in 5 years; annual budget &gt; €20M, managing internal and external teams.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Wavestone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Digital &amp; Customer Relations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(2007 — 2012)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transformation and customer relations consulting engagements (banking, telecom, energy).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Launch of distance-banking interfaces, online personalisation and innovative mobile apps; consultant coaching and business development.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Ingrid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DAKITSE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Traffic Manager — Paid Media (alternance)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Marketing Digital — Acquisition &amp;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Traffic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Paid Media (Meta, TikTok, Pinterest)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E-commerce (Shopify)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Analytics (GA, reporting KPI)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(Mailjet)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B2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— 2027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Programme Grande École, Marketing &amp;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Management International, Marketing Digital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Inbound Marketing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En cours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Pinterest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Pinterest Media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Étudiante en Master 1 Programme Grande École (spécialisation innovation en marketing digital et IA) à l'EM Normandie Business School. Je recherche une alternance en traffic management, paid media et acquisition. Niveau B2 en anglais, rigoureuse et résiliente.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Hobbynote (agence média, Lille)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puis alternance — Traffic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Lancement et optimisation de campagnes Social Ads sur Meta Ads, TikTok Ads et Pinterest Ads ; mise en place des stratégies d'acquisition selon les objectifs clients.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Suivi et analyse des KPI ; bilans de campagnes ; veille concurrentielle &amp; benchmarks ; mise à jour du plan média.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Projet école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d'un site e-commerce sous Shopify ; optimisation ergonomique ; newsletter Mailjet ; stratégies de développement.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Projet personnel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et gestion d'un site e-commerce ; mise en ligne des produits ; publicités digitales ; suivi via Google Analytics.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OMB Tourisme (Le Havre)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Stage — Administration &amp; comptabilité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Ingrid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DAKITSE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Traffic Manager — Paid Media (work-study)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Digital Marketing — Acquisition &amp;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Traffic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Paid Media (Meta, TikTok, Pinterest)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E-commerce (Shopify)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Analytics (GA, KPI reporting)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Emailing (Mailjet)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B2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2025 — 2027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Master's, Digital Marketing &amp; AI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2022 — 2025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Normandie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International Management, Digital Mktg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Inbound Marketing certification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In progress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Pinterest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Pinterest Media Buyer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Master 1 Grande École student (innovation in digital marketing and AI) at EM Normandie Business School. Looking for a work-study position in traffic management, paid media and acquisition. B2 English, rigorous and resilient.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Hobbynote (media agency, Lille)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 then work-study — Traffic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Launch and optimisation of Social Ads campaigns on Meta Ads, TikTok Ads and Pinterest Ads; client acquisition strategies aligned to business objectives.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KPI tracking and analysis; campaign reviews; competitive watch &amp; benchmarks; media plan updates.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School project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a Shopify e-commerce site; UX optimisation; Mailjet newsletter; growth strategies.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Personal project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E-commerce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and ran an e-commerce site; product listings; digital ads; tracking via Google Analytics.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OMB Tourisme (Le Havre)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 — Administration &amp; Accounting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Richard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MICHAUD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Banque &amp; CIB — Transformation réglementaire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bancaire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IRB &amp; Risque de crédit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des risques digitaux (AI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Bases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Banque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d'Économie &amp; Finance Internationales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Lycée Michel Montaigne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Prépa HEC, voie ECE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Auteur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Lettre réglementaire banque EY France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Référent G-SIB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2 comptes prioritaires Risk &amp; Regulatory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Création de contenu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Podcast &amp; newsletter financiers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Fondateur — Consultant indépendant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Communauté de freelances du secteur financier (banque, assurance, AM) ; média indépendant (2,5M vues 2025, podcast +50K écoutes, newsletter +13K abonnés).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 : pédagogie / éducation financière et Personal Branding pour dirigeants et équipes du secteur financier.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Déc.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du processus de rating interne des contreparties (7 ETP) ; déploiement de modèles IRB dans le cadre d'un rachat de portefeuille (TOM, échanges superviseur, infrastructure IT/Data).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« risques digitaux » pour une G-SIB : mise en conformité EU AI Act, dispositif de gestion des risques.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d'une certification auprès du régulateur US pour une G-SIB française (10 entités).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Élaboration de formations réglementaires déployées auprès de +8 000 collaborateurs.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rédaction d'un Plan Préventif de Rétablissement (PPR) pour un groupe bancaire étranger : analyse stratégique, options de redressement, stress tests, gouvernance.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G-SIB française, Banque Populaire (BPACA), EY, PwC, Mazars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Richard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MICHAUD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&amp; CIB — Regulatory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Banking Transformation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IRB Models &amp; Credit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Risk Governance (EU 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in Economics &amp; International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Lycée Michel Montaigne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Prépa HEC, ECE track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Author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EY France banking regulatory newsletter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G-SIB lead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Two priority Risk &amp; Regulatory accounts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Content creator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Financial podcast &amp; newsletter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Founder — Independent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Financial-sector freelance community (banking, insurance, AM); independent media (2.5M views in 2025, podcast +50K listens, newsletter +13K subscribers).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Training: financial education and Personal Branding for senior executives and teams in the financial sector.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Dec.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Redesign of the internal counterparty rating process (7 FTE); IRB credit-model rollout as part of a portfolio acquisition (TOM, supervisor exchanges, IT/Data infrastructure).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digital-risk projects for a G-SIB: EU AI Act compliance, risk-management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of a US-regulator certification for a French G-SIB (10 entities).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of regulatory training rolled out to 8,000+ employees.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Drafting of a Preventive Recovery Plan (PPR) for a foreign banking group: strategic analysis, recovery options, stress tests, governance.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French G-SIB, Banque Populaire (BPACA), EY, PwC, Mazars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