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Maria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GARCIA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Consultante Conformité — Contrôle Permanent &amp; Fraude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LCB-FT, KYC, agréments EME/PSAN — Relations ACPR, AMF, TRACFIN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LCB-FT, KYC / KYB, sanctions financières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permanent (niveaux 1 &amp; 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Dossiers d'agrément (PSAN, EME)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la fraude &amp; scénarios de surveillance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Relations régulateurs (ACPR, AMF, TRACFIN) &amp; QLB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MBA Droit des Affaires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Supérieure de la Banque (ITB)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Management Bancaire — Major de promotion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CNAM / Université de Cergy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Comptabilité Contrôle Audit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Fondatrice — Early Brief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Newsletter de veille réglementaire européenne pour les professionnels de la conformité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Consultante indépendante, double expertise audit (Inspection Générale BNP Paribas) et conformité opérationnelle pour établissements régulés (EME, PSAN, banques, assurances) : LCB-FT, contrôle permanent, fraude, relations ACPR/AMF/TRACFIN.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Market Pay — Établissement de Monnaie Électronique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Contrôle Permanent &amp; Fraude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Présent)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dispositif de contrôle permanent (1 collaborateur) et monitoring de la fraude commerçant.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aux reportings réglementaires et à la mise en place des scénarii LCB-FT.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SA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PMO KYC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(Mars — Sept.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Production et remontée des indicateurs KYC au régulateur ; tableaux de bord de suivi KYC.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des recommandations de l'Inspection Générale et du régulateur ; suivi des plans de remédiation.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— eZyness (EME)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Transition Conformité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(Juil. 2023 — Mars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Mise en conformité : corpus procédural (LCB-FT, KYC, sanctions, gouvernance, surveillance), cartographie des risques, 8 scénarii LCB-FT.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Scoring / profilage (équipes Data), criblage temps réel, QLB 2025 ; RACI LCB-FT, contrôles N1 &amp; N2, déclarations de soupçons (TRACFIN).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YUZU GREEN &amp; STOKN — 2 PSAN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Compliance Officer — Crypto-actifs (CDI puis 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2022 — Nov.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from scratch du dispositif de conformité des 2 PSAN, aboutissant à l'obtention des 2 enregistrements auprès de l'AMF.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Cadre LCB-FT (politiques, classification, cartographie, scénarios), contrôle interne et plan de contrôles ; échanges AMF / ACPR, QLB 2022 et 2023.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Maria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GARCIA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Compliance Consultant — Permanent Control &amp; Fraud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AML-CFT, KYC, EME/PSAN licensing — ACPR, AMF, TRACFIN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AML-CFT, KYC / KYB, financial sanctions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Permanent control (levels 1 &amp; 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Licensing files (CASP, EMI)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management &amp; monitoring scenarios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 relations (ACPR, AMF, TRACFIN) &amp; QLB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MBA Business Law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Supérieure de la Banque (ITB)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Banking Management — Top of class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CNAM / Université de Cergy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Accounting, Control &amp; Audit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Founder — Early Brief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European regulatory-watch newsletter for compliance professionals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Independent consultant with dual audit (BNP Paribas Internal Inspection) and operational-compliance expertise for regulated institutions (EMI, CASP, banks, insurers): AML-CFT, permanent control, fraud, ACPR / AMF / TRACFIN relations.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Market Pay — Electronic Money Institution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Permanent Control &amp; Fraud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Steering of the permanent control framework (1 team member) and merchant fraud monitoring.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to regulatory reporting and to the implementation of AML-CFT scenarios.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SA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KYC PMO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(March — Sept.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Production and reporting of KYC indicators to the regulator; KYC monitoring dashboards.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Steering of Internal Inspection and regulator recommendations; follow-up of remediation plans.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— eZyness (EMI)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Compliance Transition Manager (Freelance)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(July 2023 — March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Compliance overhaul: procedural corpus (AML-CFT, KYC, sanctions, governance, monitoring), risk mapping, 8 AML-CFT scenarios.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Scoring / profiling (Data teams), real-time screening, QLB 2025; AML-CFT RACI, level-1 &amp; 2 controls, suspicious-activity reports (TRACFIN).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YUZU GREEN &amp; STOKN — 2 CASPs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Compliance Officer — Crypto-assets (Perm. then Freelance)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2022 — Nov.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the compliance framework of both CASPs from scratch, leading to the two registrations with the AMF.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 framework (policies, classification, mapping, scenarios), internal control and control plan; AMF / ACPR exchanges, QLB 2022 and 2023.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