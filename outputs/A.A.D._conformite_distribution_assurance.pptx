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A.A.D.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Expert Conformité &amp; Distribution d'Assurances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Conformité &amp; transformation — DDA, LCB-FT, loi Lemoine, RGPD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Conformité : DDA, devoir de conseil, loi Eckert, LCB-FT, loi Lemoine, RGPD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Protection de la clientèle &amp; pratiques commerciales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Plans de contrôle &amp; maîtrise des risques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Diagnostic d'écarts &amp; plans de remédiation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Direction de programme &amp; digitalisation des parcours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 (C1)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 (B2)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Turc — Bilingue (C1)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2009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XI Sud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Droit International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2008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II Panthéon-Assas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Sciences de Gestion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Flûte traversière — concertiste (Orchestre Colonne)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Voyages (Moyen-Orient, Amérique latine)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Intervenant — École Supérieure de la Banque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Formation à la distribution d'assurances &amp; conformité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en conformité spécialisé en distribution de produits d'assurances, 15 ans en direction de programmes, digitalisation des processus et mise en conformité des offres et des parcours, en environnement régulé.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Consultant Indépendant — Expert en Assurances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Conseil en conformité &amp; distribution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Animation FG2A sur l'assurance affinitaire (gouvernance produit, devoir de conseil) : ateliers avec Kereis, la Médiation de l'Assurance, CNP Assurances.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Conseil chez BNP Paribas : transformation « Trust Companion » (2 000 ETP) ; fondateur d'une plateforme de formation 15h DDA pour les distributeurs.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Banque Française Mutualiste — Direction des Opérations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des Partenariats et des Projets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(Mars 2022 — Sept.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Direction de programme, appel d'offres pour le choix du nouvel assureur, digitalisation des parcours d'adhésion (75% de taux de transformation).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Animation des réseaux partenaires (15 mutuelles de la fonction publique) ; management du Back Office Assurances.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BPCE Lease — Direction de l'Expérience Client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Directeur de Programme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(Août 2019 — Mars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Conception et mise en marché d'offres assurances, digitalisation et conformité des parcours (DDA, RGPD) ; taux d'équipement de 88% atteint.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Animation / formation des réseaux (29 établissements bancaires du Groupe), veille concurrentielle, pilotage commercial.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SOGECAP (SG), Natixis Assurances, MGEN, AXA France, Groupama, CNP Assurances, La Banque Postale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A.A.D.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Insurance Compliance &amp; Distribution Expert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Compliance &amp; transformation — IDD, AML-CFT, consumer law, GDPR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Compliance: IDD, duty to advise, Eckert &amp; Lemoine laws, AML-CFT, GDPR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Customer protection &amp; commercial practices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Control plans &amp; risk-mitigation frameworks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Gap analysis &amp; remediation plans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Program management &amp; journey digitization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 (C1)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Fluent (B2)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Turkish — Bilingual (C1)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2009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XI Sud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International Law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2008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II Panthéon-Assas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in Management Sciences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Concert flutist — Orchestre Colonne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Travel (Middle East, Latin America)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Lecturer — École Supérieure de la Banque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Teaching on insurance distribution &amp;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Compliance expert specialized in insurance-product distribution, 15 years leading programs, process digitization and the compliance of offers and customer journeys in regulated environments.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Independent Consultant — Insurance Expert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Compliance &amp; distribution advisory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Led FG2A work on affinity insurance (product governance, duty to advise): workshops with Kereis, the Insurance Ombudsman and CNP Assurances.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Advisory at BNP Paribas: transformation of the 'Trust Companion' approach (2,000 FTEs); founder of a 15-hour IDD training platform for distributors.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Banque Française Mutualiste — Operations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Partnerships and Projects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(March 2022 — Sept.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Program management, RFP for the choice of the new insurer, digitization of onboarding journeys (75% conversion rate).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of partner networks (15 public-sector mutuals); management of the Insurance Back Office.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BPCE Lease — Customer Experience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Program Director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(Aug. 2019 — March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and go-to-market of new insurance offers, digitization and compliance of journeys (IDD, GDPR); 88% equipment rate achieved.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Network training &amp; animation (29 of the Group's banks), competitive watch, commercial steering.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SOGECAP (SG), Natixis Assurances, MGEN, AXA France, Groupama, CNP Assurances, La Banque Postale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