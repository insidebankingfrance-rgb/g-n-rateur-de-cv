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Youssef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GADRI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Consultant Senior / Manager — Data Governance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Data Management &amp; Gouvernance des données — BCBS 239 / RDARR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Gouvernance &amp; qualité des données (BCBS 239 / RDARR)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Data Management &amp; Data Lineage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Outils : Collibra, Informatica, Ab Initio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Product Ownership &amp; Target Operating Model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Conduite du changement &amp; animation métier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Courant (TOEIC 920/990)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2017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ESCP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MS Stratégie, Conseil &amp; Organisation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2016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ESGI Paris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Management &amp; Conseil en SI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—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Certification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Collibra Solution Architect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Consultant Senior / Manager spécialisé en Data Management et gouvernance des données, expert des programmes réglementaires BCBS 239 / RDARR pour les grandes institutions financières.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Crédit Agricole CIB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Direction de programme RDARR — BCBS 239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(Depuis Juin 2026)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Déclinaison du cadre normatif Groupe (gouvernance, qualité, lignage) aux spécificités de CACIB ; analyses d'écarts et plans de remédiation.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Animation des parties prenantes (CDO, risques/finance, data offices, IT) ; définition du périmètre RDARR (données essentielles, lignage, contrôles).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TDF (Télédiffusion de France)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Product Owner — Direction de la Transformation (BU TowerCo)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(Mars 2024 — Mai 2026)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Digitalisation et automatisation des processus métier : TOM, solution Camunda (70 % du volume de commandes TowerCo).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Solution in-house de production automatique de livrables ; comités de pilotage et de direction.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Allianz Trade (ex Euler Hermes)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Mise en place du Data Office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(Sept. 2022 — Oct. 2023)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Déclinaison des directives data du Groupe Allianz (framework, gouvernance, contrôles) avec le Group Data Office.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Déploiement Informatica AXON / EDC ; framework Data Quality (processus, contrôles, KPIs) ; change management.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BNP Paribas — Group Data Office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Implémentation de l'Enterprise Data Management Tool (Collibra)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(Oct. 2020 — Août 2022)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Design du modèle de données (metamodel Collibra) ; dictionnaires, catalogues de contrôles, règles métier.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Cartographie du Data Lineage ; règles de qualité (complétude, fraîcheur, validité) ; guidelines et formation.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Youssef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GADRI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Senior Consultant / Manager — Data Governance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Data Management &amp; Data Governance — BCBS 239 / RDARR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Data governance &amp; quality (BCBS 239 / RDARR)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Data Management &amp; Data Lineage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Tools: Collibra, Informatica, Ab Initio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Product Ownership &amp; Target Operating Model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Change management &amp; business facilitation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Fluent (TOEIC 920/990)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2017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ESCP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MS Strategy, Consulting &amp; Organization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2016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ESGI Paris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Master's in Management &amp; IS Consulting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—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Certification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Collibra Solution Architect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Senior Consultant / Manager specialized in Data Management and data governance, expert in BCBS 239 / RDARR regulatory programs for major financial institutions.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Crédit Agricole CIB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RDARR Program Management — BCBS 239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(Since June 2026)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Adaptation of the Group standards framework (governance, quality, lineage) to CACIB; gap analyses and remediation plans.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Stakeholder facilitation (CDO, risk/finance, data offices, IT); RDARR scope definition (critical data, lineage, controls).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TDF (Télédiffusion de France)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Product Owner — Transformation Division (TowerCo BU)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(Mar. 2024 — May 2026)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Business-process digitalization and automation: TOM, Camunda solution (70% of TowerCo order volume).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In-house solution for automated deliverable production; steering and executive committees.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Allianz Trade (ex Euler Hermes)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Data Office set-up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(Sept. 2022 — Oct. 2023)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Rollout of Allianz Group data directives (framework, governance, controls) with the Group Data Office.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Informatica AXON / EDC deployment; Data Quality framework (processes, controls, KPIs); change management.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BNP Paribas — Group Data Office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Enterprise Data Management Tool implementation (Collibra)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(Oct. 2020 — Aug. 2022)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Data-model design (Collibra metamodel); dictionaries, control catalogs, business rules.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Data Lineage mapping; quality rules (completeness, freshness, validity); guidelines and training.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