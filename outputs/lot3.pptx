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Amadou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DIALLO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Senior Manager — Risk Management &amp; Audit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Remédiation réglementaire (BCE/ACPR) &amp; Audit interne — Banque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Remédiation BCE (JST) &amp; V-testing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Rationalisation des contrôles fraude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Segregation of Duties (SoD) &amp; IAM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RCSA &amp; outils GRC (Enablon)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PMO réglementaire (CRR3, Bâle III)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Français — Langue maternelle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Anglais — Courant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2015 — 2016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Master (MSc) — apprentissage BNP Paribas CIB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Audit, Systèmes d'Information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2013 — 2015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Université Paris Sorbonne — IAE de Paris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2 Finance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RÉSUMÉ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Senior Manager avec plus de 10 ans d'expérience en services financiers, spécialisé en gestion des risques, remédiation réglementaire (BCE/ACPR) et audit interne. Ancien inspecteur bancaire senior au sein d'une G-SIB.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EXPÉRIENCE PROFESSIONNELLE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Allianz Partners (Freelance)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DORA Audit Remediation Manager — Assurance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(Janv. — Juin 2026)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Programme de remédiation DORA transverse (risques ICT, résilience opérationnelle) : évaluation des écarts et roadmaps cibles (gouvernance, ICT Risk, incidents, tests, risque tiers).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Coordination des workstreams (Techno, Cyber, Achats, Risques, Conformité, Audit) ; revue BCM, Disaster Recovery et gestion de crise.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EY France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Manager — Banking Risk &amp; Compliance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(Juin 2022 — Déc.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La Banque Postale : renforcement de la Fraud Control Library post-findings BCE (20 Key Controls) ; lead RCSA sur Enablon ; matrices SoD ; PMO CRR3 / Bâle III (gap assessment, impacts SMA).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Dexia : PMO reporting réglementaire en run-off (LCR, NSFR) ; BPCE : PMO du déploiement Groupe de OneStream.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Groupe BPCE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ALM Reporting Manager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(Janv. 2021 — Juin 2022)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du reporting réglementaire de liquidité (LCR, NSFR) au sein du département ALM du Groupe BPCE.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Groupe BPCE — Inspection Générale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Inspecteur bancaire senior (LOD3)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(Janv. 2017 — Janv. 2021)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Missions d'audit internationales (France, US, Hong Kong, Algérie) sur les dispositifs de contrôle interne et la conformité.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Audits fraude et risque opérationnel (BICEC, Banque Palatine, BPCE Achats) ; plans de maîtrise des risques Natixis et Caisse d'Épargne.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Amadou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DIALLO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Senior Manager — Risk Management &amp; Audit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Regulatory Remediation (ECB/ACPR) &amp; Internal Audit — Banking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ECB Remediation (JST) &amp; V-testing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Fraud Control Rationalization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Segregation of Duties (SoD) &amp; IAM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RCSA &amp; GRC tools (Enablon)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Regulatory PMO (CRR3, Basel III)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LANGUAGES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French — Native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English — Fluent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2015 — 2016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Master's (MSc) — apprenticeship at BNP Paribas CIB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Audit, Information Systems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2013 — 2015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Université Paris Sorbonne — IAE de Paris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2 Finance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SUMMARY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Senior Manager with more than 10 years of experience in Financial Services, specializing in Risk management, regulatory remediation (ECB/ACPR) and Internal Audit. Former Senior Banking Inspector at a G-SIB.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Allianz Partners (Freelance)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DORA Audit Remediation Manager — Insurance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(Jan. — June 2026)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Cross-functional DORA remediation program (ICT risk, operational resilience): gap assessments and target-state roadmaps (governance, ICT Risk, incidents, testing, third-party risk).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Coordinated workstreams (Tech, Cyber, Procurement, Risk, Compliance, Audit); review of BCM, Disaster Recovery and crisis management.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EY France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Manager — Banking Risk &amp; Compliance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(June 2022 — Dec.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La Banque Postale: strengthened the Fraud Control Library after ECB findings (20 Key Controls); RCSA lead on Enablon; SoD matrices; CRR3 / Basel III PMO (gap assessment, SMA impacts).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Dexia: PMO for regulatory reporting under run-off (LCR, NSFR); BPCE: PMO for the group-wide OneStream deployment.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Groupe BPCE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ALM Reporting Manager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(Jan. 2021 — June 2022)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Managed regulatory liquidity reporting (LCR, NSFR) within the ALM department of Groupe BPCE.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Groupe BPCE — Inspection Générale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Banking Inspector (LOD3)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(Jan. 2017 — Jan. 2021)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International audit missions (France, US, Hong Kong, Algeria) on internal control frameworks and compliance.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Fraud and operational-risk audits (BICEC, Banque Palatine, BPCE Achats); risk mitigation plans for Natixis and Caisse d'Épargne.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Axel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DOMINGO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Senior Manager — Transformation Bancaire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CIB &amp; Corporate Banking — Optimisation du capital &amp;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Operating model &amp; optimisation des processus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Cadres réglementaires &amp; risques (Bâle IV, MiFID II, BCBS239)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Initiatives data &amp; IA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Développement commercial &amp; relation client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de projets &amp; management d'équipes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Français — Langue maternelle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Anglais — Courant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2017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EMLYON Business School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MSc in Corporate Finance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2016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Université Paris 10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2 Asset Management, Marchés &amp; Régulation des Risques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CENTRES D'INTÉRÊT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Basketball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Fitness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Voyages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Investisseur long terme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RÉSUMÉ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10 ans d'expérience en services financiers (conseil, banque d'entreprise, inspection générale). Expertise en transformation bancaire : optimisation du capital, efficacité opérationnelle, initiatives data et IA.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EXPÉRIENCE PROFESSIONNELLE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PwC France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Manager — Consulting Financial Services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(Mai 2024 — aujourd'hui)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Projets de transformation pour des banques globales (jusqu'à 4 consultants) : initiatives data optimisant RWA et coûts sur 5 filiales d'une G-SIB — 13 M€ de gains P&amp;L.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Programme d'efficacité des coûts d'une G-SIB : benchmark et analyse détaillée — 210 M€ d'économies potentielles ; promotion de l'IA pour les revenus CIB.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Chappuis Halder &amp; Co France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Manager — Consulting Financial Services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(Oct. 2021 — Mai 2024)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Projets de transformation pour des banques globales (jusqu'à 6 consultants) : revue du modèle de rating interne Project Finance (harmonisation des modèles BNPP CIB).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Refonte de 3 macro-processus crédit end-to-end pour une CIB française ; renforcement du dispositif LCB-FT des filiales africaines d'une G-SIB.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BNP Paribas — Inspection Générale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Auditeur interne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(Août 2020 — Sept. 2021)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Audits internes des lignes métiers CIB Global Banking sur la zone EMEA : identification des lacunes opérationnelles, de gouvernance et de gestion des risques.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Présentation des conclusions et recommandations au top management pour renforcer le dispositif de gestion des risques.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BNP Paribas — Corporate Banking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Corporate Coverage Associate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(Avril 2017 — Juil. 2020)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Revues annuelles, origination et structuration de deals (acquisitions, financements capex) pour un portefeuille de 15 clients corporate (500 M€ à 10 Md€ de CA).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Gestion des waivers, amendements et extensions ; préparation de pitches et memos pour les Senior Bankers.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Axel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DOMINGO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Senior Manager — Banking Transformation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CIB &amp; Corporate Banking — Capital Optimisation &amp;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Operating model &amp; process optimisation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Regulatory &amp; risk frameworks (Basel IV, MiFID II, BCBS239)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Data &amp; AI initiatives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Business development &amp; client relationship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Project management &amp; team leadership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LANGUAGES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French — Native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English — Fluent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2017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EMLYON Business School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MSc in Corporate Finance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2016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Université Paris 10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2 Asset Management, Markets' Operations &amp; Risks' Regulation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INTERESTS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Basketball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Fitness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Travels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Long-term investor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SUMMARY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10 years of experience in Financial Services spanning consulting, corporate banking and general inspection. Expertise in banking transformation: capital optimisation, operational efficiency, data and AI-enabled initiatives.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PwC France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Manager — Consulting Financial Services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(May 2024 — Present)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Transformation projects for global banks (teams up to 4): data-driven initiatives optimising RWA and costs across 5 subsidiaries of a G-SIB — €13m P&amp;L gains.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G-SIB cost efficiency program: benchmark and detailed analysis — €210m potential savings; promoted AI adoption for CIB revenues.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Chappuis Halder &amp; Co France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Manager — Consulting Financial Services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(Oct. 2021 — May 2024)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Transformation projects for global banks (teams up to 6): review of the Project Finance internal rating model (BNPP CIB rating-model harmonization).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Redesigned 3 end-to-end credit macro-processes for a French CIB; strengthened the AML/CFT framework of a G-SIB's African subsidiaries.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BNP Paribas — General Inspection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Internal Auditor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(Aug. 2020 — Sept. 2021)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Internal audit assessments of CIB Global Banking business lines across EMEA: identification of operational, governance and risk-management gaps.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Presented audit conclusions and recommendations to senior management to reinforce the risk-management framework.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BNP Paribas — Corporate Banking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Corporate Coverage Associate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(April 2017 — July 2020)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Annual reviews, origination and structuring of deals (acquisitions, capex financings) for a portfolio of 15 corporate clients (€500m-€10bn in annual sales).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Managed waivers, amendments and extensions; prepared client pitches and memos for Senior Bankers.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Othmane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IBRAHIMI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Manager — Risk &amp; Strategy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Transformation stratégique &amp; Risque de crédit — Banque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Transformation stratégique réglementaire (BCE)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Risque de crédit &amp; Private Markets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Stress tests (EBA) &amp; modélisation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Target Operating Model &amp; data mapping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Automatisation SQL / SAS / Python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Français — Langue maternelle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Arabe — Langue maternelle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Anglais — Professionnel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Espagnol — Maîtrise limitée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2017 — 2020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ECE Paris, École d'Ingénieurs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en Ingénierie Financière Quantitative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2015 — 2017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Sorbonne Université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Licence Mathématiques &amp; Informatique appliquées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—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Certifications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AMF, candidat CFA niveau I, gestion de projet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CENTRES D'INTÉRÊT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Football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Tennis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Running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Organisation de tournois &amp; voyages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EXPÉRIENCE PROFESSIONNELLE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KPMG France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Manager — Private Markets, Transformation Stratégique BCE (Groupe BPCE)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(Mai 2025 — aujourd'hui)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d'un programme de transformation Private Markets pour le Groupe BPCE en réponse à la revue prudentielle BCE (CRO Letter) sur les expositions Private Equity &amp; Private Credit — chantier réglementaire prioritaire 2025-2027.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Consolidation et analyse critique de 27 Md€ d'expositions Private Markets au niveau Groupe (6 établissements pilotes) ; évaluation du dispositif de risques face aux attentes BCE et plans de remédiation (gouvernance, RAF, stress testing).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EY (Ernst &amp; Young Advisory)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Strategy Consultant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(Janv. 2022 — Mai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Fusion HSBC France Retail (fonds Cerberus) : feuille de route et Target Operating Model d'intégration ; optimisation de l'octroi de crédit via data mapping ; plateforme de données réduisant de 20 % le délai de décision crédit.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Stress Test EBA 25 pour une grande banque : conception du processus (borne de départ, méthodologie, outil de projection sous scénarios macroéconomiques) ; automatisation d'un outil SQL/SAS de centralisation et projection des données.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RÉFÉRENCES</a:t>
            </a:r>
          </a:p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FFFFFF"/>
                </a:solidFill>
                <a:latin typeface="Alegreya Sans"/>
              </a:rPr>
              <a:t>KPMG, EY, Groupe BPCE, HSBC France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Othmane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IBRAHIMI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Manager — Risk &amp; Strategy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Strategic Transformation &amp; Credit Risk — Banking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Strategic regulatory transformation (ECB)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Credit risk &amp; Private Markets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Stress tests (EBA) &amp; modelling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Target Operating Model &amp; data mapping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Automation SQL / SAS / Python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LANGUAGES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French — Native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Arabic — Native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English — Professional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Spanish — Limited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2017 — 2020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ECE Paris, Engineering School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Master's in Quantitative Financial Engineering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2015 — 2017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Sorbonne University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Bachelor's in Applied Mathematics &amp; Computer Science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—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Certifications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AMF, CFA Level I candidate, project management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INTERESTS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Football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Tennis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Running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Organising tournaments &amp; trips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KPMG France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Manager — Private Markets, ECB Strategic Transformation (Groupe BPCE)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(May 2025 — Present)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Led a Private Markets transformation program for Groupe BPCE in response to the ECB prudential review (CRO Letter) on Private Equity &amp; Private Credit exposures — a priority regulatory initiative for 2025-2027.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Consolidation and critical analysis of €27bn of Private Markets exposures at Group level (6 pilot entities); assessment of the risk framework against ECB expectations and remediation plans (governance, RAF, stress testing).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EY (Ernst &amp; Young Advisory)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Strategy Consultant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(Jan. 2022 — May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HSBC France Retail merger (Cerberus fund): roadmap and Target Operating Model for integration; credit-origination optimization via data mapping; data platform reducing the credit-decision time by 20%.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EBA 25 Stress Test for a large bank: process design (starting point, methodology, projection tool under macroeconomic scenarios); automation of an SQL/SAS tool to centralize and project entity data.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REFERENCES</a:t>
            </a:r>
          </a:p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FFFFFF"/>
                </a:solidFill>
                <a:latin typeface="Alegreya Sans"/>
              </a:rPr>
              <a:t>KPMG, EY, Groupe BPCE, HSBC France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Richard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MICHAUD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Consultant Senior — Risk &amp; Regulatory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Banque &amp; CIB — Transformation réglementaire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Risk &amp; Regulatory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Transformation bancaire (CIB / Retail)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Modèles IRB &amp; Risque de crédit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CRR 3 — Recovery &amp; Resolution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Gouvernance des risques digitaux (AI Act)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Français — Langue maternelle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Anglais — Courant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Espagnol — Bases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2016 — 2017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Paris 1 Panthéon-Sorbonne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2 Banque Finance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2013 — 2016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Bordeaux / Tampere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Magistère d'Économie &amp; Finance Internationales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—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Certifications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AMF, AMF-ARPP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ENGAGEMENTS &amp; RÉALISATIONS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Auteur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Lettre réglementaire banque EY France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Création de contenu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Podcast &amp; newsletter financiers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EXPÉRIENCE PROFESSIONNELLE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Inside (Inside Circle, Inside Banking, Inside Training)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Fondateur — Consultant indépendant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(Depuis Jan. 26)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Inside Circle : collectif de +30 freelances du secteur financier (banque, assurance, AM) ; Inside Banking : média leader (4M vues / 12 mois, podcast n°1 en France +70K écoutes, newsletter +14K abonnés).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Inside Training : organisme de formation new gen — éducation financière B2B, marque blanche et Personal Branding pour dirigeants.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EY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Consultant → Senior Manager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(Oct. 19 — Déc. 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Refonte du processus de rating interne des contreparties (7 ETP) ; déploiement de modèles IRB dans le cadre d'un rachat de portefeuille (TOM, superviseur, infrastructure IT/Data).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de projets « risques digitaux » pour une G-SIB : mise en conformité EU AI Act ; référent Risk &amp; Regulatory pour 2 comptes prioritaires (G-SIB françaises).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PwC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Consultant Financial Services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(Sept. 17 — Oct. 19)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Projets réglementaires pour une G-SIB française (périmètre CIB) : coordination d'une certification auprès du régulateur US (10 entités).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Élaboration de formations réglementaires déployées auprès de +8 000 collaborateurs.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Mazars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Consultant Financial Services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(Avril — Sept. 17)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Définition et rédaction d'un Plan Préventif de Rétablissement (PPR) pour un groupe bancaire étranger : analyse stratégique, options de redressement, stress tests, gouvernance.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RÉFÉRENCES</a:t>
            </a:r>
          </a:p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FFFFFF"/>
                </a:solidFill>
                <a:latin typeface="Alegreya Sans"/>
              </a:rPr>
              <a:t>EY, PwC, Mazars, Banque Populaire (BPACA)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Richard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MICHAUD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Senior Consultant — Risk &amp; Regulatory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Banking &amp; CIB — Regulatory Transformation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Risk &amp; Regulatory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Banking Transformation (CIB / Retail)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IRB Models &amp; Credit Risk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CRR 3 — Recovery &amp; Resolution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Digital Risk Governance (EU AI Act)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LANGUAGES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French — Native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English — Fluent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Spanish — Basic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2016 — 2017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Paris 1 Panthéon-Sorbonne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Master's in Banking &amp; Finance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2013 — 2016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Bordeaux / Tampere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Magistère in Economics &amp; International Finance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—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Certifications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AMF, AMF-ARPP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ENGAGEMENTS &amp; ACHIEVEMENTS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Author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EY France banking regulatory newsletter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Content creator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Financial podcast &amp; newsletter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Inside (Inside Circle, Inside Banking, Inside Training)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Founder — Independent Consultant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(Since Jan. 26)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Inside Circle: community of 30+ financial-sector freelances (banking, insurance, AM); Inside Banking: leading media (4M views / 12 months, France's #1 banking podcast +70K listens, newsletter +14K subscribers).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Inside Training: new-gen training organisation — B2B financial education, white-label content and Personal Branding for executives.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EY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Consultant → Senior Manager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(Oct. 19 — Dec. 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Redesign of the internal counterparty rating process (7 FTE); IRB credit-model rollout for a portfolio acquisition (TOM, supervisor, IT/Data infrastructure).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Lead of digital-risk projects for a G-SIB: EU AI Act compliance; Risk &amp; Regulatory referent for 2 priority accounts (French G-SIBs).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PwC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Consultant Financial Services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(Sept. 17 — Oct. 19)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Regulatory projects for a French G-SIB (CIB scope): coordination of a US-regulator certification (10 entities).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Design of regulatory training rolled out to 8,000+ employees.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Mazars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Consultant Financial Services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(April — Sept. 17)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Drafting of a Preventive Recovery Plan (PPR) for a foreign banking group: strategic analysis, recovery options, stress tests, governance.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REFERENCES</a:t>
            </a:r>
          </a:p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FFFFFF"/>
                </a:solidFill>
                <a:latin typeface="Alegreya Sans"/>
              </a:rPr>
              <a:t>EY, PwC, Mazars, Banque Populaire (BPACA)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