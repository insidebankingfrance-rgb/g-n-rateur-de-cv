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Leila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SLIMANI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Conformité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LCB-FT, KYC &amp; AI Act — Banque, Assurance, Paiement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 &amp; sécurité financière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KYC, sanctions internationales, gel des avoirs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gouvernance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 interne &amp; contrôle permanent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Conduite, éthique &amp; déontologie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Portugais — Notions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Banque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HEC Montréal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B.B.A. spécialisé en Finance (AACSB, EQUIS, AMBA)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 (road trips Amérique du Nord)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Lecture (romans policiers)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Course à pied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Manager Conformité chez EY, intervenant auprès d'acteurs bancaires, assurantiels et de paiement. Expérience combinant conseil en conformité, audit interne en banque G-SIB et gestion de projets réglementaires internationaux.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Conformité — Banque, Assurance, Paiement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Août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Mise en conformité AI Act pour une G-SIB et un assureur majeur : gap analysis, gouvernance cible, feuille de route ; KRI conformité suite à une recommandation BCE.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du dispositif KYC d'un établissement de paiement (TOM, cas d'usage IA) ; remédiation LCB-FT de 25 collaborateurs ; analyses d'écart sécurité financière.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Auditrice interne — Inspection &amp; Audit interne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2021 — Août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d'audit interne LCB-FT, KYC, Sanctions &amp; embargo, PPE et contrôle permanent sur le domaine des paiements (correspondance bancaire, trade finance, affacturage, cash management).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Identification des risques, préconisations, rédaction des livrables d'audit (fiches diagnostic, constats, rapport) et relation avec les audités.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USA (VIE New York)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Cheffe de projet — Transition LIBOR USD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(Juil. 2019 — Avr.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Assistance au pilotage de la gouvernance de la transition IBOR de SG Amériques, en relation étroite avec les parties prenantes en France.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Front office — Émission de Covered Bonds &amp; gestion du collatéral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(Déc. 2017 — Juil.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Émission sur le marché primaire d'obligations sécurisées adossées à des actifs de haute qualité (alternance 12 mois puis CDD 9 mois).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Leila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SLIMANI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Compliance Manager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AML-CFT, KYC &amp; AI Act — Banking, Insurance,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AML-CFT &amp; financial security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KYC, international sanctions, asset freezing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audit &amp; permanent control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Conduct, ethics &amp; deontology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Portuguese — Basic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Banking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HEC Montréal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B.B.A. in Finance (AACSB, EQUIS, AMBA)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 (North America road trips)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Reading (crime novels)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Compliance Manager at EY, advising banking, insurance and payment players. Experience combining compliance consulting, internal audit within a G-SIB bank and international regulatory project management.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Compliance Manager — Banking, Insurance, Payments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Aug.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compliance for a G-SIB and a major insurer: gap analysis, target governance, roadmap; compliance KRIs following an ECB recommendation.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framework transformation for a payment institution (TOM, AI use-cases); 25-people AML remediation programme; financial security gap analyses.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Auditor — Inspection &amp; Internal Audit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2021 — Aug.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audit missions on AML-CFT, KYC, Sanctions &amp; embargo, PEP and permanent control across the payments domain (correspondent banking, trade finance, factoring, cash management).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identification, recommendations, drafting of audit deliverables (diagnostic sheets, findings, audit report) and relationship with auditees.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USA (VIE New York)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USD LIBOR transition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(July 2019 — Apr.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Supported the governance of SG Americas' IBOR transition, working closely with stakeholders in France.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Front office — Covered Bonds issuance &amp; collateral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(Dec. 2017 — July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Primary-market issuance of covered bonds backed by high-quality assets (12-month apprenticeship then 9-month contract).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