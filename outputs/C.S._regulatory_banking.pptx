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Charles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SAINT-DIZIER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Manager — Chef de Projet Réglementaire Banque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Réglementation bancaire &amp; Risques — BCE, BCBS239, SREP, ESG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Projets réglementaires (BCE, BCBS239, SREP, ESG, RGPD)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Risques de crédit, opérationnel et de liquidité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Gouvernance des données, reportings réglementaires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de portefeuille projets, COPIL / COPROJ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Contrôle et conformité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Courant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Espagnol — Bon niveau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Bac +5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Master 2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Gestion financière internationale, spéc. Europe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Consultant indépendant, 11 ans d'expérience bancaire dont 9 en conseil. Programmes réglementaires, risques et gouvernance des données pour de grands groupes.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PRINCIPALES EXPÉRIENCES PROFESSIONNELLES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La Banque Postale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Chef de Projet Solution — ESG &amp; Conformité réglementaire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(2025 — aujourd'hui)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Programme Haussmann (PMO) : étude de faisabilité d'une solution bout en bout de la chaîne de crédit ; besoins métiers, rationalisation du SI.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Programme Citoyen (reco BCE) : automatisation du calcul d'indicateurs ESG (marché SPES) ; projet Forbearance : design de la solution cible.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AXA GIE — Headquarter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Project Manager — RGPD et management des données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(Janv. 2023 — Avr. 2024)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Suppression automatique de données structurées et non structurées : cartographie des processus, purges automatiques, Microsoft IPG.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Gestion du budget et des comités projets, pilotage de deux équipes de consultants.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Société Générale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Project Manager — Risque Opérationnel (SREP) &amp; Data Strategy (BCE)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— Déc. 2022)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Risque opérationnel : roadmap métiers/IT, collecte et priorisation des besoins, dashboards, animation COPIL / COPROJ.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Data Strategy BCE : règles de gestion des données, APIs entre référentiels, cadrage avec le core banking (Loans IQ).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BNP Paribas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Project Manager / Consultant Senior — Data Management &amp; BCBS239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(2017 — 2022)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Digitalisation de la chaîne de crédit CIB : besoins métiers, dictionnaire de données, covenants, workflow.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BCBS 239 / RDARR : audit des contrats de crédit CIB, évaluation des garanties et confirmation du RWA.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Charles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SAINT-DIZIER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Manager — Regulatory Banking Project Manager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Banking Regulation &amp; Risk — ECB, BCBS239, SREP, ESG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Regulatory projects (ECB, BCBS239, SREP, ESG, GDPR)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Credit, operational and liquidity risk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Data governance, regulatory reporting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Project portfolio management, steering committees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Controls and compliance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Fluent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Spanish — Good level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Bac +5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Master's Degree (Master 2)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Management &amp; International Finance, spec. Europe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Independent consultant with 11 years of experience in the banking sector, including 9 years in consulting. Specialized in leading regulatory programs, risk management, and data governance for major banking groups.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La Banque Postale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Solution Project Manager — ESG &amp; Regulatory Compliance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(2025 — Present)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Haussmann Program (PMO): feasibility study for an end-to-end credit chain solution; business requirements, process optimization, data management.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Citoyen Program (ECB recommendation): automation of ESG indicator calculations (SPES market); Forbearance project: target solution design.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AXA GIE — Headquarters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Project Manager — GDPR &amp; Data Management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(Jan. 2023 — Apr. 2024)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Automated deletion of structured and unstructured data: process mapping, automated purges, Microsoft Purview (IPG).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Budget and steering committee management, led two consulting teams.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Société Générale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Project Manager — Operational Risk (SREP) &amp; Data Strategy (ECB)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— Dec. 2022)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Operational risk: business/IT roadmap, requirements gathering and prioritization, dashboards, governance meetings.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ECB Data Strategy: data governance rules, APIs between repositories, framework with the core banking system (Loans IQ).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BNP Paribas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Project Manager / Senior Consultant — Data Management &amp; BCBS239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(2017 — 2022)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Digitalization of the CIB credit chain: business requirements, data dictionary, covenants, workflow.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BCBS 239 / RDARR: audit of CIB credit agreements, guarantee evaluation and RWA confirmation.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