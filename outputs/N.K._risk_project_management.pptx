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Nadhira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KHELIFI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Project &amp; Risk Management — Réglementaire Bancaire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Risques &amp; Prudentiel — RWA, Stress Tests, ICAAP/ILAAP, LCR/NSFR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DOMAINES D'EXPERTISE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Risque de crédit (RWA, IRB, IFRS 9, Stress Tests)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Risque de liquidité &amp; ALM (LCR/NSFR, IRRBB)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ICAAP / ILAAP / Risk Appetite Framework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Reporting prudentiel (COREP, CRR2/3, Guidelines EBA)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Business Analysis &amp; Data (Agile, SQL, Databricks)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Français — Courant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Anglais — Courant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Arabe — Courant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FORMATION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2016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Université Paris X / ESB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Master 2 Asset &amp; Risk Management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2015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École Supérieure de la Banque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Master 1 Banque Finance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2017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Certification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AMF — Autorité des Marchés Financiers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ENGAGEMENTS &amp; RÉALISATIONS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Formatrice</a:t>
            </a:r>
            <a:r>
              <a:rPr sz="1200" b="0" i="1">
                <a:solidFill>
                  <a:srgbClr val="CCD6E8"/>
                </a:solidFill>
                <a:latin typeface="Alegreya Sans"/>
              </a:rPr>
              <a:t> — Gestion des risques — IESEG School of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RÉSUMÉ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Project Manager, 12 ans en pilotage de projets réglementaires et risques pour de grands établissements (Société Générale, Natixis, Crédit Agricole SA, BNP Paribas CIB, Amundi). Expertise prudentielle : RWA, ICAAP/ILAAP, IRRBB, LCR/NSFR.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PRINCIPALES EXPÉRIENCES PROFESSIONNELLES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Crédit Agricole SA (DRG)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Chef de Projet — Stratégie de Modélisation RWA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(Déc. 2025 — Mai 2026)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Revue de la stratégie de modélisation du risque de crédit (RWA IRBA/IRBF, IFRS 9, Stress Tests, ICAAP) : densités RWA et gains IRB par entité.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Ateliers d'objectivation coûts/gains de modélisation ; tableau de bord de pilotage et zones d'optimisation.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Necker Bank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Chef de Projet — Risk Appetite &amp; Ratios Prudentiels (agrément ACPR)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(Sept. — Nov. 2025)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Pilotage du stream Risk pour une demande d'agrément bancaire ACPR : cartographie des risques, RAF/RAS, métriques et limites.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Formalisation des politiques (crédit, liquidité, ICAAP, ILAAP) et calcul des ratios réglementaires (RWA, capital, LCR, NSFR).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Société Générale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Senior BA / Chef de Projet — Stress Tests &amp; RWA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(Août 2024 — Août 2025)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Pilotage des Stress Tests Crédit (EBA, Budget, Climatique) : projection stressée (EAD, RWA, ECL) par scénario et horizon.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Mise en place des règles CRR 3 (PD/LGD floor, Output Floor) ; migration vers un calculateur Databricks (UAT, recette).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Arab Bank Corporation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Chef de Projet — ICAAP / ILAAP / IRRBB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(Avr. — Juil. 2024)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Revue des méthodologies ICAAP/ILAAP/IRRBB : ratios prudentiels base et stressé, métriques LCR/NSFR, capital économique.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Définition des management actions et de la méthodologie d'explication des variations NII/EVE présentée en ALCO.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Les informations de ce document sont strictement confidentielles — Ce document ne peut être partagé qu'avec l'accord de son propriétaire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00000" y="0"/>
            <a:ext cx="15000" cy="6858000"/>
          </a:xfrm>
          <a:prstGeom prst="rect">
            <a:avLst/>
          </a:prstGeom>
          <a:solidFill>
            <a:srgbClr val="3AED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nside_circl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000" y="130000"/>
            <a:ext cx="1302000" cy="42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8600" y="240000"/>
            <a:ext cx="3842800" cy="1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3AEDE5"/>
                </a:solidFill>
                <a:latin typeface="Alegreya Sans"/>
              </a:rPr>
              <a:t>Nadhira</a:t>
            </a:r>
          </a:p>
          <a:p>
            <a:pPr>
              <a:spcBef>
                <a:spcPts val="0"/>
              </a:spcBef>
            </a:pPr>
            <a:r>
              <a:rPr sz="3200" b="1" i="0">
                <a:solidFill>
                  <a:srgbClr val="3AEDE5"/>
                </a:solidFill>
                <a:latin typeface="Alegreya Sans"/>
              </a:rPr>
              <a:t>KHELIFI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28600" y="300000"/>
            <a:ext cx="59634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 i="0">
                <a:solidFill>
                  <a:srgbClr val="FFFFFF"/>
                </a:solidFill>
                <a:latin typeface="Alegreya Sans"/>
              </a:rPr>
              <a:t>Project &amp; Risk Management — Banking Regulatory</a:t>
            </a:r>
          </a:p>
          <a:p>
            <a:pPr>
              <a:spcBef>
                <a:spcPts val="200"/>
              </a:spcBef>
            </a:pPr>
            <a:r>
              <a:rPr sz="1500" b="0" i="1">
                <a:solidFill>
                  <a:srgbClr val="3AEDE5"/>
                </a:solidFill>
                <a:latin typeface="Alegreya Sans"/>
              </a:rPr>
              <a:t>Risk &amp; Prudential — RWA, Stress Tests, ICAAP/ILAAP, LCR/NSFR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180000"/>
            <a:ext cx="3842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AREAS OF EXPERTISE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Credit risk (RWA, IRB, IFRS 9, Stress Tests)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Liquidity risk &amp; ALM (LCR/NSFR, IRRBB)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ICAAP / ILAAP / Risk Appetite Framework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Prudential reporting (COREP, CRR2/3, EBA Guidelines)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Business Analysis &amp; Data (Agile, SQL, Databricks)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LANGUAGES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French — Fluent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English — Fluent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Arabic — Fluent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EDUCATION &amp; CERTIFICATIONS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2016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Université Paris X / ESB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Master 2 Asset &amp; Risk Management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2015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École Supérieure de la Banque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Master 1 Banking &amp; Finance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2017 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Certification</a:t>
            </a:r>
          </a:p>
          <a:p>
            <a:pPr algn="l">
              <a:spcAft>
                <a:spcPts val="300"/>
              </a:spcAft>
            </a:pPr>
            <a:r>
              <a:rPr sz="1200" b="0" i="1">
                <a:solidFill>
                  <a:srgbClr val="CCD6E8"/>
                </a:solidFill>
                <a:latin typeface="Alegreya Sans"/>
              </a:rPr>
              <a:t>AMF — French Market Regulator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ENGAGEMENTS &amp; ACHIEVEMENTS</a:t>
            </a:r>
          </a:p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Lecturer</a:t>
            </a:r>
            <a:r>
              <a:rPr sz="1200" b="0" i="1">
                <a:solidFill>
                  <a:srgbClr val="CCD6E8"/>
                </a:solidFill>
                <a:latin typeface="Alegreya Sans"/>
              </a:rPr>
              <a:t> — Risk Management — IESEG School of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8600" y="1180000"/>
            <a:ext cx="7434800" cy="531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SUMMARY</a:t>
            </a:r>
          </a:p>
          <a:p>
            <a:pPr algn="l">
              <a:spcAft>
                <a:spcPts val="300"/>
              </a:spcAft>
            </a:pPr>
            <a:r>
              <a:rPr sz="1200" b="0" i="0">
                <a:solidFill>
                  <a:srgbClr val="FFFFFF"/>
                </a:solidFill>
                <a:latin typeface="Alegreya Sans"/>
              </a:rPr>
              <a:t>Project Manager, 12 years leading banking regulatory and risk projects for major institutions (Société Générale, Natixis, Crédit Agricole SA, BNP Paribas CIB, Amundi). Prudential expertise: RWA, Stress Tests, ICAAP/ILAAP, IRRBB, LCR/NSFR.</a:t>
            </a:r>
          </a:p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sz="1300" b="1" i="0">
                <a:solidFill>
                  <a:srgbClr val="3AEDE5"/>
                </a:solidFill>
                <a:latin typeface="Alegreya Sans"/>
              </a:rPr>
              <a:t>MAIN PROFESSIONAL EXPERIENCE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Crédit Agricole SA (Group Risk)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Project Manager — RWA Modelling Strategy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(Dec. 2025 — May 2026)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Review of the credit-risk modelling strategy (RWA IRBA/IRBF, IFRS 9, Stress Tests, ICAAP): RWA densities and IRB gains by entity.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Workshops to objectify modelling costs vs gains; steering dashboard and areas for optimization.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Necker Bank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Project Leader — Risk Appetite &amp; Prudential Ratios (ACPR licensing)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(Sept. — Nov. 2025)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Led the Risk stream for an ACPR banking licence application: risk mapping, RAF/RAS, metrics and limits.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Formalized risk policies (credit, liquidity, ICAAP, ILAAP) and computed regulatory ratios (RWA, capital, LCR, NSFR).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Société Générale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Senior BA / Project Manager — Stress Tests &amp; RWA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(Aug. 2024 — Aug. 2025)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Led Credit Stress Tests (EBA, Budget, Climate): stressed projection (EAD, RWA, ECL) by scenario and horizon.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Implemented CRR 3 rules (PD/LGD floor, Output Floor); migration to a Databricks calculator (UAT, acceptance).</a:t>
            </a:r>
          </a:p>
          <a:p>
            <a:pPr algn="l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▸ </a:t>
            </a:r>
            <a:r>
              <a:rPr sz="1200" b="1" i="0">
                <a:solidFill>
                  <a:srgbClr val="FFFFFF"/>
                </a:solidFill>
                <a:latin typeface="Alegreya Sans"/>
              </a:rPr>
              <a:t>Arab Bank Corporation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 — Project Manager — ICAAP / ILAAP / IRRBB</a:t>
            </a:r>
            <a:r>
              <a:rPr sz="1200" b="0" i="1">
                <a:solidFill>
                  <a:srgbClr val="3AEDE5"/>
                </a:solidFill>
                <a:latin typeface="Alegreya Sans"/>
              </a:rPr>
              <a:t>  (Apr. — July 2024)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Review of ICAAP/ILAAP/IRRBB methodologies: prudential ratios baseline and stressed, LCR/NSFR metrics, economic capital.</a:t>
            </a:r>
          </a:p>
          <a:p>
            <a:pPr algn="l" lvl="1">
              <a:spcAft>
                <a:spcPts val="100"/>
              </a:spcAft>
            </a:pPr>
            <a:r>
              <a:rPr sz="1200" b="1" i="0">
                <a:solidFill>
                  <a:srgbClr val="3AEDE5"/>
                </a:solidFill>
                <a:latin typeface="Alegreya Sans"/>
              </a:rPr>
              <a:t>•  </a:t>
            </a:r>
            <a:r>
              <a:rPr sz="1200" b="0" i="0">
                <a:solidFill>
                  <a:srgbClr val="FFFFFF"/>
                </a:solidFill>
                <a:latin typeface="Alegreya Sans"/>
              </a:rPr>
              <a:t>Definition of management actions and NII/EVE variation-analysis methodology presented to ALCO.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78000"/>
            <a:ext cx="12192000" cy="280000"/>
          </a:xfrm>
          <a:prstGeom prst="rect">
            <a:avLst/>
          </a:prstGeom>
          <a:solidFill>
            <a:srgbClr val="061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78000"/>
            <a:ext cx="11734800" cy="2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CCD6E8"/>
                </a:solidFill>
                <a:latin typeface="Alegreya Sans"/>
              </a:rPr>
              <a:t>The information in this document is strictly confidential — This document may only be shared with the owner's consent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