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Nadhira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KHELIFI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Project &amp; Risk Management — Réglementaire Bancaire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Risques &amp; Prudentiel — RWA, Stress Tests, ICAAP/ILAAP, LCR/NSFR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Risque de crédit (RWA, IRB, IFRS 9, Stress Tests)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Risque de liquidité &amp; ALM (LCR/NSFR, IRRBB)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ICAAP / ILAAP / Risk Appetite Framework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Reporting prudentiel (COREP, CRR2/3, Guidelines EBA)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Business Analysis &amp; Data (Agile, SQL, Databricks)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Courant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Courant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Arabe — Courant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2016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Université Paris X / ESB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2 Asset &amp; Risk Management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École Supérieure de la Banque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1 Banque Finance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2017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Certification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AMF — Autorité des Marchés Financiers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RÉALISATIONS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Formatrice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Gestion des risques — IESEG School of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Project Manager, 12 ans en pilotage de projets réglementaires et risques pour de grands établissements (Société Générale, Natixis, Crédit Agricole SA, BNP Paribas CIB, Amundi). Expertise prudentielle : RWA, ICAAP/ILAAP, IRRBB, LCR/NSFR.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EXPÉRIENCE PROFESSIONNELLE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Crédit Agricole SA (DRG)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Chef de Projet — Stratégie de Modélisation RWA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(Déc. 2025 — Mai 2026)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Revue de la stratégie de modélisation du risque de crédit (RWA IRBA/IRBF, IFRS 9, Stress Tests, ICAAP) : densités RWA et gains IRB par entité.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Ateliers d'objectivation coûts/gains de modélisation ; tableau de bord de pilotage et zones d'optimisation.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Necker Bank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Chef de Projet — Risk Appetite &amp; Ratios Prudentiels (agrément ACPR)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(Sept. — Nov.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du stream Risk pour une demande d'agrément bancaire ACPR : cartographie des risques, RAF/RAS, métriques et limites.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Formalisation des politiques (crédit, liquidité, ICAAP, ILAAP) et calcul des ratios réglementaires (RWA, capital, LCR, NSFR).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Société Générale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Senior BA / Chef de Projet — Stress Tests &amp; RWA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(Août 2024 — Août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des Stress Tests Crédit (EBA, Budget, Climatique) : projection stressée (EAD, RWA, ECL) par scénario et horizon.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Mise en place des règles CRR 3 (PD/LGD floor, Output Floor) ; migration vers un calculateur Databricks (UAT, recette).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Arab Bank Corporation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Chef de Projet — ICAAP / ILAAP / IRRBB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(Avr. — Juil. 2024)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Revue des méthodologies ICAAP/ILAAP/IRRBB : ratios prudentiels base et stressé, métriques LCR/NSFR, capital économique.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Définition des management actions et de la méthodologie d'explication des variations NII/EVE présentée en ALCO.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Nadhira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KHELIFI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Project &amp; Risk Management — Banking Regulatory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Risk &amp; Prudential — RWA, Stress Tests, ICAAP/ILAAP, LCR/NSFR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Credit risk (RWA, IRB, IFRS 9, Stress Tests)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Liquidity risk &amp; ALM (LCR/NSFR, IRRBB)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ICAAP / ILAAP / Risk Appetite Framework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Prudential reporting (COREP, CRR2/3, EBA Guidelines)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Business Analysis &amp; Data (Agile, SQL, Databricks)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French — Fluent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English — Fluent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Arabic — Fluent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2016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Université Paris X / ESB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2 Asset &amp; Risk Management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École Supérieure de la Banque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1 Banking &amp; Finance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2017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Certification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AMF — French Market Regulator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ACHIEVEMENTS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Lecturer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Risk Management — IESEG School of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Project Manager, 12 years leading banking regulatory and risk projects for major institutions (Société Générale, Natixis, Crédit Agricole SA, BNP Paribas CIB, Amundi). Prudential expertise: RWA, Stress Tests, ICAAP/ILAAP, IRRBB, LCR/NSFR.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Crédit Agricole SA (Group Risk)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Project Manager — RWA Modelling Strategy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(Dec. 2025 — May 2026)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Review of the credit-risk modelling strategy (RWA IRBA/IRBF, IFRS 9, Stress Tests, ICAAP): RWA densities and IRB gains by entity.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Workshops to objectify modelling costs vs gains; steering dashboard and areas for optimization.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Necker Bank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Project Leader — Risk Appetite &amp; Prudential Ratios (ACPR licensing)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(Sept. — Nov.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Led the Risk stream for an ACPR banking licence application: risk mapping, RAF/RAS, metrics and limits.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Formalized risk policies (credit, liquidity, ICAAP, ILAAP) and computed regulatory ratios (RWA, capital, LCR, NSFR).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Société Générale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Senior BA / Project Manager — Stress Tests &amp; RWA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(Aug. 2024 — Aug.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Led Credit Stress Tests (EBA, Budget, Climate): stressed projection (EAD, RWA, ECL) by scenario and horizon.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Implemented CRR 3 rules (PD/LGD floor, Output Floor); migration to a Databricks calculator (UAT, acceptance).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Arab Bank Corporation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Project Manager — ICAAP / ILAAP / IRRBB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(Apr. — July 2024)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Review of ICAAP/ILAAP/IRRBB methodologies: prudential ratios baseline and stressed, LCR/NSFR metrics, economic capital.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Definition of management actions and NII/EVE variation-analysis methodology presented to ALCO.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