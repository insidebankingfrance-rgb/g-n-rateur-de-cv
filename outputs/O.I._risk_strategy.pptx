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Othmane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IBRAHIMI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Risk &amp; Strategy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Transformation stratégique &amp; Risque de crédit — Banque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Transformation stratégique réglementaire (BCE)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 de crédit &amp; Private Markets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Stress tests (EBA) &amp; modélisation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Operating Model &amp; data mapping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Automatisation SQL / SAS / Python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Arabe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Professionnel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Maîtrise limitée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ECE Paris, École d'Ingénieurs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en Ingénierie Financière Quantitative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Sorbonne Université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Licence Mathématiques &amp; Informatique appliquées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candidat CFA niveau I, gestion de projet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CENTRES D'INTÉRÊT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Football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Tennis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Running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Organisation de tournois &amp; voyages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KPMG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Private Markets, Transformation Stratégique BCE (Groupe BPCE)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(Mai 2025 — aujourd'hui)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d'un programme de transformation Private Markets pour le Groupe BPCE en réponse à la revue prudentielle BCE (CRO Letter) sur les expositions Private Equity &amp; Private Credit — chantier réglementaire prioritaire 2025-2027.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Consolidation et analyse critique de 27 Md€ d'expositions Private Markets au niveau Groupe (6 établissements pilotes) ; évaluation du dispositif de risques face aux attentes BCE et plans de remédiation (gouvernance, RAF, stress testing).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(Ernst &amp; Young Advisory)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Strategy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2022 — Mai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Fusion HSBC France Retail (fonds Cerberus) : feuille de route et Target Operating Model d'intégration ; optimisation de l'octroi de crédit via data mapping ; plateforme de données réduisant de 20 % le délai de décision crédit.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Stress Test EBA 25 pour une grande banque : conception du processus (borne de départ, méthodologie, outil de projection sous scénarios macroéconomiques) ; automatisation d'un outil SQL/SAS de centralisation et projection des données.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RÉFÉRENCES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KPMG, EY, Groupe BPCE, HSBC France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Othmane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IBRAHIMI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Manager — Risk &amp; Strategy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Strategic Transformation &amp; Credit Risk —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Strategic regulatory transformation (ECB)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Credit risk &amp; Private Markets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Stress tests (EBA) &amp; modelling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Target Operating Model &amp; data mapping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Automation SQL / SAS / Python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Arabic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Professional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Limited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— 2020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ECE Paris, Engineering School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in Quantitative Financial Engineering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Sorbonne University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Bachelor's in Applied Mathematics &amp; Computer Science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AMF, CFA Level I candidate, project management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INTERESTS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Football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Tennis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Running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Organising tournaments &amp; trips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KPMG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Manager — Private Markets, ECB Strategic Transformation (Groupe BPCE)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(May 2025 — Present)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a Private Markets transformation program for Groupe BPCE in response to the ECB prudential review (CRO Letter) on Private Equity &amp; Private Credit exposures — a priority regulatory initiative for 2025-2027.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Consolidation and critical analysis of €27bn of Private Markets exposures at Group level (6 pilot entities); assessment of the risk framework against ECB expectations and remediation plans (governance, RAF, stress testing).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(Ernst &amp; Young Advisory)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Strategy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2022 — May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HSBC France Retail merger (Cerberus fund): roadmap and Target Operating Model for integration; credit-origination optimization via data mapping; data platform reducing the credit-decision time by 20%.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EBA 25 Stress Test for a large bank: process design (starting point, methodology, projection tool under macroeconomic scenarios); automation of an SQL/SAS tool to centralize and project entity data.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REFERENCES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FFFFFF"/>
                </a:solidFill>
                <a:latin typeface="Alegreya Sans"/>
              </a:rPr>
              <a:t>KPMG, EY, Groupe BPCE, HSBC France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