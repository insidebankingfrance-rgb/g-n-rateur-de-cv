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C.H.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Chargée de Création de contenu &amp; Marketing Digital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Marketing Digital — Création de contenu (alternance)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de contenu (réseaux &amp; web)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Marketing événementiel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Emailing &amp; campagnes (Mailchimp)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CRM &amp; relation client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Reporting (GA, Meta, Excel)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Arabe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— Présent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de commerce INSEEC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Resp. de Projet Marketing &amp; Com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Bac+3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des Sciences &amp; Technologies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Recherche Opérationnelle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Cinéma (Wong Kar-Wai)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Peinture &amp; croquis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Natation (compétition régionale)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Galerie Joseph (réseau de 30 espaces, Le Marais)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Assistante chef de projet Communication / Event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(Juin — Déc.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de contenus visuels et publications réseaux sociaux, site web, newsletters (Photoshop, Canva, Premiere Pro, Indesign).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d'une campagne emailing Mailchimp : +100 % de fréquentation visiteurs et +60 % d'inscriptions vs édition précédente (1 300 vs 800).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IPM (Groupe presse belge)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des relations clients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2023 — Août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Contribution à l'optimisation des outils et processus CRM (reporting, tableaux de bord).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Prise en charge et suivi des demandes clients en Front Office et Back Office (analyse, mise à jour, résolution).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KOMNOW (agence de marketing digital)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Commercial / Assistante Marketing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2020 — Août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Prospection et analyse de marché ; élaboration des propositions commerciales ; suivi et fidélisation clients.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de supports de communication (flyers, visuels, newsletters, contenus digitaux) ; gestion des réseaux sociaux.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C.H.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Content Creation &amp; Digital Marketing Officer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Digital Marketing — Content Creation (work-study)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Content creation (social &amp; web)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Event marketing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Emailing &amp; campaigns (Mailchimp)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CRM &amp; client relations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Reporting (GA, Meta, Excel)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Arabic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— Present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INSEEC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Marketing &amp; Communication PM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BSc 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University of Sciences &amp; Technology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Operations Research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Cinema (Wong Kar-Wai)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Painting &amp; sketching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Fashion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Swimming (regional competition)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Galerie Joseph (network of 30 venues, Le Marais)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Communication / Event Project Assistant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(June — Dec.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Created visual content and publications for social media, website and newsletters (Photoshop, Canva, Premiere Pro, Indesign).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Ran a Mailchimp emailing campaign: +100% visitor attendance and +60% registrations vs prior edition (1,300 vs 800).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IPM (Belgian press group)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Customer Relations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2023 — Aug.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Contributed to the optimisation of CRM tools and processes (reporting, dashboards).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Handled and followed up on Front-Office and Back-Office client requests (analysis, updates, resolution).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KOMNOW (digital marketing agency)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Sales / Marketing Assistant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2020 — Aug.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Prospecting and market analysis; sales proposals; client follow-up and loyalty.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Created communication materials (flyers, visuals, newsletters, digital content); managed social media.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