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300000" y="0"/>
            <a:ext cx="15000" cy="6858000"/>
          </a:xfrm>
          <a:prstGeom prst="rect">
            <a:avLst/>
          </a:prstGeom>
          <a:solidFill>
            <a:srgbClr val="3AE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side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000" y="130000"/>
            <a:ext cx="1302000" cy="42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" y="260000"/>
            <a:ext cx="38428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800" b="1" i="0">
                <a:solidFill>
                  <a:srgbClr val="3AEDE5"/>
                </a:solidFill>
                <a:latin typeface="Alegreya Sans"/>
              </a:rPr>
              <a:t>C.H.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8600" y="300000"/>
            <a:ext cx="59634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FFFFFF"/>
                </a:solidFill>
                <a:latin typeface="Alegreya Sans"/>
              </a:rPr>
              <a:t>Chargée de Création de contenu &amp; Marketing Digital</a:t>
            </a:r>
          </a:p>
          <a:p>
            <a:pPr>
              <a:spcBef>
                <a:spcPts val="200"/>
              </a:spcBef>
            </a:pPr>
            <a:r>
              <a:rPr sz="1500" b="0" i="1">
                <a:solidFill>
                  <a:srgbClr val="3AEDE5"/>
                </a:solidFill>
                <a:latin typeface="Alegreya Sans"/>
              </a:rPr>
              <a:t>Marketing Digital — Création de contenu (alternance)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180000"/>
            <a:ext cx="3842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DOMAINES D'EXPERTISE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Création de contenu (réseaux &amp; web)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Marketing événementiel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Emailing &amp; campagnes (Mailchimp)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CRM &amp; relation client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Reporting (GA, Meta, Excel)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LANGUES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Français — Courant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Anglais — Courant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Arabe — Courant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FORMATION &amp; CERTIFICATIONS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2024 — Présent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École de commerce INSEEC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Bachelor Resp. de Projet Marketing &amp; Com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Bac+3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Université des Sciences &amp; Technologies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Recherche Opérationnelle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CENTRES D'INTÉRÊT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Cinéma (Wong Kar-Wai)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Peinture &amp; croquis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Mode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Natation (compétition régionale)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8600" y="1180000"/>
            <a:ext cx="7434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EXPÉRIENCE PROFESSIONNELLE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Galerie Joseph (réseau de 30 espaces, Le Marais)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Assistante chef de projet Communication / Event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(Juin — Déc. 2025)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Création de contenus visuels et publications réseaux sociaux, site web, newsletters (Photoshop, Canva, Premiere Pro, Indesign).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Pilotage d'une campagne emailing Mailchimp : +100 % de fréquentation visiteurs et +60 % d'inscriptions vs édition précédente (1 300 vs 800).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IPM (Groupe presse belge)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Responsable des relations clients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(Sept. 2023 — Août 2024)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Contribution à l'optimisation des outils et processus CRM (reporting, tableaux de bord).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Prise en charge et suivi des demandes clients en Front Office et Back Office (analyse, mise à jour, résolution).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KOMNOW (agence de marketing digital)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Commercial / Assistante Marketing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(Janv. 2020 — Août 2023)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Prospection et analyse de marché ; élaboration des propositions commerciales ; suivi et fidélisation clients.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Création de supports de communication (flyers, visuels, newsletters, contenus digitaux) ; gestion des réseaux sociaux.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78000"/>
            <a:ext cx="12192000" cy="280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  <a:latin typeface="Alegreya Sans"/>
              </a:rPr>
              <a:t>Les informations de ce document sont strictement confidentielles — Ce document ne peut être partagé qu'avec l'accord de son propriétaire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300000" y="0"/>
            <a:ext cx="15000" cy="6858000"/>
          </a:xfrm>
          <a:prstGeom prst="rect">
            <a:avLst/>
          </a:prstGeom>
          <a:solidFill>
            <a:srgbClr val="3AE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side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000" y="130000"/>
            <a:ext cx="1302000" cy="42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" y="260000"/>
            <a:ext cx="38428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800" b="1" i="0">
                <a:solidFill>
                  <a:srgbClr val="3AEDE5"/>
                </a:solidFill>
                <a:latin typeface="Alegreya Sans"/>
              </a:rPr>
              <a:t>C.H.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8600" y="300000"/>
            <a:ext cx="59634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FFFFFF"/>
                </a:solidFill>
                <a:latin typeface="Alegreya Sans"/>
              </a:rPr>
              <a:t>Content Creation &amp; Digital Marketing Officer</a:t>
            </a:r>
          </a:p>
          <a:p>
            <a:pPr>
              <a:spcBef>
                <a:spcPts val="200"/>
              </a:spcBef>
            </a:pPr>
            <a:r>
              <a:rPr sz="1500" b="0" i="1">
                <a:solidFill>
                  <a:srgbClr val="3AEDE5"/>
                </a:solidFill>
                <a:latin typeface="Alegreya Sans"/>
              </a:rPr>
              <a:t>Digital Marketing — Content Creation (work-study)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180000"/>
            <a:ext cx="3842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MAIN AREAS OF EXPERTISE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Content creation (social &amp; web)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Event marketing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Emailing &amp; campaigns (Mailchimp)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CRM &amp; client relations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Reporting (GA, Meta, Excel)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LANGUAGES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French — Fluent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English — Fluent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Arabic — Fluent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EDUCATION &amp; CERTIFICATIONS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2024 — Present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INSEEC Business School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Bachelor Marketing &amp; Communication PM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BSc 3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University of Sciences &amp; Technology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Operations Research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INTERESTS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Cinema (Wong Kar-Wai)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Painting &amp; sketching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Fashion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Swimming (regional competition)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8600" y="1180000"/>
            <a:ext cx="7434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PROFESSIONAL EXPERIENCE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Galerie Joseph (network of 30 venues, Le Marais)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Communication / Event Project Assistant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(June — Dec. 2025)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Created visual content and publications for social media, website and newsletters (Photoshop, Canva, Premiere Pro, Indesign).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Ran a Mailchimp emailing campaign: +100% visitor attendance and +60% registrations vs prior edition (1,300 vs 800).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IPM (Belgian press group)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Customer Relations Manager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(Sept. 2023 — Aug. 2024)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Contributed to the optimisation of CRM tools and processes (reporting, dashboards).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Handled and followed up on Front-Office and Back-Office client requests (analysis, updates, resolution).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KOMNOW (digital marketing agency)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Sales / Marketing Assistant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(Jan. 2020 — Aug. 2023)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Prospecting and market analysis; sales proposals; client follow-up and loyalty.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Created communication materials (flyers, visuals, newsletters, digital content); managed social media.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78000"/>
            <a:ext cx="12192000" cy="280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  <a:latin typeface="Alegreya Sans"/>
              </a:rPr>
              <a:t>The information in this document is strictly confidential — This document may only be shared with the owner's consent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