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E.P.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Experte Conformité &amp; Distribution d'Assurance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Conformité assurance — DDA, LCB-FT, RGPD, protection sociale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Réglementation DDA &amp; devoir de conseil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 de conformité, LCB-FT &amp; RGPD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Protection sociale, épargne, retraite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Pédagogie &amp; vulgarisation juridique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&amp; management d'équipe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Langue maternelle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Intermédiaire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Espagnol — Intermédiaire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CNAM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 — Responsabilité sociale et environnementale de l'entreprise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I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— Droit des assurances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Montesquieu Bordeaux IV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Licence &amp; Master 1 — Droit privé général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Plus de quinze ans d'expérience en assurance, dont quatre dédiés à la conformité. Une conviction : vulgariser le droit, le déployer dans l'organisation, le transmettre à des non-experts.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Althéa Conseil &amp; Conformité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Fondatrice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(Depuis sept.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des distributeurs d'assurance sur les sujets de conformité : audits, classeurs conformité, formations, réponses aux questions courantes.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Sofraco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juridique et conformité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Audit conformité du groupe et de ses filiales, puis conception et déploiement du plan de conformité (DDA, LCB-FT, RGPD) ; pilotage de l'activité juridique du groupe.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Accompagnement des 350 courtiers du réseau sur la mise en conformité de leurs cabinets (webinaires, e-learnings, podcasts) ; veille juridique, conventions réglementées et de partenariat, réponses assurantielles (protection sociale, épargne, retraite, santé, prévoyance).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Pavillon Prévoyance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Juriste assurance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Création du pôle assurantiel au sein de la direction juridique et pilotage de sujets transverses (100% santé, complémentaire santé solidaire, résiliation infra-annuelle).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des comités fraude et réclamations, accompagnement juridique des équipes commerciales, reporting auprès de l'autorité de contrôle.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Médiation de l'Assurance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Responsable du pôle assurance-vie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(2015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Application de la réglementation relative à l'assurance-vie et au droit des contrats aux cas d'espèce ; rédaction du rapport d'activité annuel.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Management du pôle : répartition de la charge, entretiens annuels, recrutements.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3AEDE5"/>
                </a:solidFill>
                <a:latin typeface="Alegreya Sans"/>
              </a:rPr>
              <a:t>E.P.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Insurance Compliance &amp; Distribution Expert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Insurance compliance — IDD, AML-CFT, GDPR, social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IDD regulation &amp; duty to advise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Compliance audit, AML-CFT &amp; GDPR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Social protection, savings, retirement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Legal pedagogy &amp; plain-language advice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Team leadership &amp; management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Native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Intermediate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Spanish — Intermediate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2021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CNAM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Certificate — Corporate Social &amp; Environmental Responsibility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2012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I Panthéon-Sorbonne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— Insurance Law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2011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Montesquieu Bordeaux IV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Bachelor &amp; Master 1 — Private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Over fifteen years of experience in insurance, four of them dedicated to compliance. One conviction: make the law accessible, deploy it across the organization, and pass it on to non-experts.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Althéa Conseil &amp; Conformité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Founder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(Since Sept.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Advising insurance distributors on compliance matters: audits, compliance binders, training, answers to day-to-day questions.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Groupe Sofraco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Legal &amp; Compliance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(2020 —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Group and subsidiaries compliance audit, then design and roll-out of the compliance plan (IDD, AML-CFT, GDPR); steering of the group's legal activity.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Support to the network's 350 brokers on bringing their firms into compliance (webinars, e-learnings, podcasts); legal watch, regulated &amp; partnership agreements, insurance answers (social protection, savings, retirement, health, provident).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Pavillon Prévoyance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Insurance Lawyer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(2019 — 2021)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Created the insurance unit within the legal department and steered cross-functional topics (100% health, solidarity supplementary health, infra-annual cancellation).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Steering of fraud and complaints committees, legal support to sales teams, reporting to the supervisory authority.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La Médiation de l'Assurance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Head of the Life-Insurance Unit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(2015 — 2019)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Application of life-insurance and contract-law regulation to case files; drafting of the annual activity report.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Unit management: workload allocation, annual reviews, recruitment.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