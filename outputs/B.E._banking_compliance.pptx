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Baptiste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EPPLIN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Senior — Conformité Réglementaire &amp; Contrôle Interne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Banque — Protection clientèle, Tax &amp; Regulatory, AI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Conformité réglementaire bancaire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Protection des intérêts de la clientèle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FATCA, AEOI, TTF, QDD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&amp; gouvernance des systèmes d'IA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 interne (LoD1, LoD2)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Intermédiaire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2019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Lyon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Mastère Spécialisé Droit et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— 2019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d'Orléans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Droit des Affaires et Fiscalité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Référent Paris Europlace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Attractivité, réglementation UE,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Plus de 5 ans d'expérience en conformité réglementaire, contrôle interne et transformation des processus en environnement bancaire. Habitué à traduire les exigences réglementaires en dispositifs opérationnels.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Groupe Bancaire Français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Conformité Centrale — Protection de la clientèle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févr.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Diagnostics réglementaires : gouvernance produits, paiements, crédit conso ; écarts et risques de non-conformité.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Dispositifs cibles de gouvernance et contrôle (LoD1/LoD2) ; corpus documentaire (politiques, procédures, formations) pour le Groupe.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Banque d'Investissement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Tax &amp; Regulatory — 4 réglementations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(Mission Sia Partners)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Déclinaison FATCA, AEOI, TTF et QDD sur les zones AMER, APAC, EMEA ; diagnostics et recommandations.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Modèles opérationnels cibles par réglementation ; cadre de contrôle LoD1 et automatisation des contrôles.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Groupe Bancaire Français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Data &amp; IA — Programme AI Act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(Mission Sia Partners)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Inventaire centralisé des systèmes d'IA (registre Groupe) : traçabilité, conformité AI Act, auditabilité ; cartographie des risques IA.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Contrôles LoD1 sur les risques IA ; cadre de gouvernance AI Act couvrant le cycle de vie des systèmes.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Rothschild Martin Maurel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Junior — Operations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(Juin 2020 — Janv.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Revue des processus Front-to-Back KYC, FATCA, CRS avec nouveaux contrôles de validité et de cohérence.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Sécurisation des traitements de fonds de Private Equity (souscriptions, appels de fonds, distributions).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Baptiste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EPPLIN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Consultant — Regulatory Compliance &amp; Internal Control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Banking — Client Protection, Tax &amp; Regulatory, AI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Banking regulatory compliance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Client interest protection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FATCA, AEOI, FTT, QDD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&amp; AI systems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control (LoD1, LoD2)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Intermediate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2019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Lyon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Specialized Master in Law &amp;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— 2019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University of Orléans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Business Law &amp; Taxation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Europlace referent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Attractiveness, EU regulation,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Over 5 years of experience in regulatory compliance, internal control and process transformation in banking environments. Skilled at translating regulatory requirements into operational frameworks.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French Banking Group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Central Compliance — Client protection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Feb.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diagnostics: product governance, payments, consumer credit; gaps and non-compliance risks.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Target governance and control frameworks (LoD1/LoD2); documentary corpus (policies, procedures, training) for the Group.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Investment Bank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Tax &amp; Regulatory — 4 regulations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(Sia Partners mission)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Rollout of FATCA, AEOI, FTT and QDD across AMER, APAC, EMEA; diagnostics and recommendations.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Target operating models per regulation; LoD1 control framework and control automation.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French Banking Group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Data &amp; AI — AI Act programme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(Sia Partners mission)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Centralized AI systems inventory (Group register): traceability, AI Act compliance, auditability; AI risk mapping.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LoD1 controls on AI risks; AI Act governance framework covering the full system lifecycle.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Rothschild Martin Maurel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Junior — Operations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(June 2020 — Jan.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Front-to-Back review of KYC, FATCA, CRS processes with new validity and consistency controls.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Securing of Private Equity fund processing (subscriptions, capital calls, distributions).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