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Mamadou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DIALLO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Quant — Risque de Crédit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Modélisation du risque de crédit — IRB, IFRS 9, TRIM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Modèles IRBA (PD / LGD / ELBE)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Remédiation TRIM &amp; recommandations BCE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Provisionnement IFRS 9 &amp; études d'impact ECL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Model Risk Management &amp; backtesting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SAS, R, Python, VBA, SPSS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ENGDE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MBA Audit &amp;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MoSEF, Major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Ouest Nanterre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1 Banque-Finance-Assurance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Plus de 10 ans en modélisation du risque de crédit auprès de banques Tier 1 et cabinets Big Four. Expertise en conception de modèles IRBA, remédiation TRIM et revue de provisionnement, combinant rigueur quantitative, exigences réglementaires et réalité métier.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CCF Group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Model Governance Auditor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— Juil.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 de gouvernance du risque de modèle couvrant tout le cycle de vie (développement, validation, monitoring) ; revue du cadre de politiques MRM par type de modèle vs exigences réglementaires et best practices.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 critique de l'inventaire des modèles et du processus d'identification ; tests d'efficacité des politiques MRM avec les Model Owners (LoD1).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HSBC Continental Europe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Global Risk Analytics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2024 — Déc.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Préparation des données du nouveau modèle LGD (portefeuille PME / Mid-corp) ; pilotage du développement d'un nouveau modèle PD IFRS 9 (Home Loan) et coordination métier / IT.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Tests d'implémentation (UAT), études d'impact ECL des nouveaux modèles IFRS 9, suivi du calcul RWA en méthode standard, outils d'analyse (VBA).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Quantitative Advisory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2021 — Déc.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Traitement des obligations post-mission TRIM sur les nouveaux modèles IRB (PD, LGD, ELBE) ; analyses d'impact, revue et challenge de documentation, suivi de l'implémentation IT.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Monitoring trimestriel des modèles IRB et d'octroi, recalibrage du modèle de rentabilité (pricing) ; support quant sur revues d'audit (provisions ECL, backtesting) ; formation des consultants.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SFIL (Groupe Caisse des Dépôts)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Credit Risk Modelling Analyst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(Févr. 2019 — Sept.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du développement de modèles (PD, LGD, ELBE) dans le cadre d'IRB Repair : sélection de variables, règles de décision, présentation aux experts métiers et comité de pilotage.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Préparation du dossier d'agrément BCE, réponses aux inspecteurs lors des on-site, suivi des recommandations et de la validation interne ; outils VBA pour la LGD souverains.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Mamadou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DIALLO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Credit Risk Quant Consultant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Credit Risk Modelling — IRB, IFRS 9, TRIM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IRBA models (PD / LGD / ELBE)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TRIM remediation &amp; ECB recommendations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IFRS 9 provisioning &amp; ECL impact studies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Model Risk Management &amp; backtesting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SAS, R, Python, VBA, SPSS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ENGDE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MBA Audit &amp;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MoSEF, Major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Ouest Nanterre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1 Banking-Finance-Insurance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10+ years in credit-risk modelling across Tier 1 banks and Big Four advisory. Hands-on expertise in IRBA model design, TRIM remediation and provisioning review, connecting quantitative rigour, regulatory expectations and business reality.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CCF Group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Model Governance Auditor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— July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Model-risk governance audit covering the full lifecycle (development, validation, monitoring); review of the MRM policy framework by model type vs regulatory requirements and best practices.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Critical review of the model inventory and identification process; effectiveness testing of MRM policies with Model Owners (LoD1).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HSBC Continental Europe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Global Risk Analytics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2024 — Dec.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preparation for a new LGD model (SME / Mid-corp portfolio); piloted the development of a new IFRS 9 PD model (Home Loan) and coordinated business / IT.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Implementation tests (UAT), ECL impact studies of the new IFRS 9 models, monitoring of standard-method RWA calculation, credit-risk analysis tools (VBA).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Quantitative Advisory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2021 — Dec.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Treatment of obligations following the TRIM mission on new IRB models (PD, LGD, ELBE); impact analyses, documentation review &amp; challenge, IT implementation follow-up.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Quarterly monitoring of IRB and acceptance models, recalibration of the pricing profitability model; quant support on audit reviews (ECL provisions, backtesting); consultant training.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SFIL (Caisse des Dépôts Group)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Credit Risk Modelling Analyst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(Feb. 2019 — Sept.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model development (PD, LGD, ELBE) under IRB Repair: variable selection, decision rules, presentation to business experts and steering committee.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Preparation of the ECB approval file, responses to inspectors during on-site missions, follow-up of recommendations and internal validation; VBA tools for sovereign LGD.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