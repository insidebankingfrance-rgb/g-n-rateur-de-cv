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Amadou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DIALLO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Manager — Risk Management &amp; Audit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Remédiation réglementaire (BCE/ACPR) &amp; Audit interne — Banque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Remédiation BCE (JST) &amp; V-testing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Rationalisation des contrôles fraude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Segregation of Duties (SoD) &amp; IAM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RCSA &amp; outils GRC (Enablon)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PMO réglementaire (CRR3, Bâle III)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Master (MSc) — apprentissage BNP Paribas CIB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Audit, Systèmes d'Information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2013 — 2015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Paris Sorbonne — IAE de Paris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Senior Manager avec plus de 10 ans d'expérience en services financiers, spécialisé en gestion des risques, remédiation réglementaire (BCE/ACPR) et audit interne. Ancien inspecteur bancaire senior au sein d'une G-SIB.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Allianz Partners (Freelance)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DORA Audit Remediation Manager — Assurance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(Janv. — Juin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Programme de remédiation DORA transverse (risques ICT, résilience opérationnelle) : évaluation des écarts et roadmaps cibles (gouvernance, ICT Risk, incidents, tests, risque tiers).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Coordination des workstreams (Techno, Cyber, Achats, Risques, Conformité, Audit) ; revue BCM, Disaster Recovery et gestion de crise.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 France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Manager — Banking Risk &amp; Compliance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(Juin 2022 — Déc.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La Banque Postale : renforcement de la Fraud Control Library post-findings BCE (20 Key Controls) ; lead RCSA sur Enablon ; matrices SoD ; PMO CRR3 / Bâle III (gap assessment, impacts SMA).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Dexia : PMO reporting réglementaire en run-off (LCR, NSFR) ; BPCE : PMO du déploiement Groupe de OneStream.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BPCE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ALM Reporting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(Janv. 2021 — Juin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du reporting réglementaire de liquidité (LCR, NSFR) au sein du département ALM du Groupe BPCE.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BPCE — Inspection Générale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Inspecteur bancaire senior (LOD3)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(Janv. 2017 — Janv.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Missions d'audit internationales (France, US, Hong Kong, Algérie) sur les dispositifs de contrôle interne et la conformité.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Audits fraude et risque opérationnel (BICEC, Banque Palatine, BPCE Achats) ; plans de maîtrise des risques Natixis et Caisse d'Épargne.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Amadou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DIALLO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Senior Manager — Risk Management &amp; Audit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Regulatory Remediation (ECB/ACPR) &amp; Internal Audit — Banking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ECB Remediation (JST) &amp; V-testing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Fraud Control Rationalization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Segregation of Duties (SoD) &amp; IAM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RCSA &amp; GRC tools (Enablon)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Regulatory PMO (CRR3, Basel III)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— 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Master's (MSc) — apprenticeship at BNP Paribas CIB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Audit, Information Systems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2013 — 2015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Paris Sorbonne — IAE de Paris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Finance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Senior Manager with more than 10 years of experience in Financial Services, specializing in Risk management, regulatory remediation (ECB/ACPR) and Internal Audit. Former Senior Banking Inspector at a G-SIB.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Allianz Partners (Freelance)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DORA Audit Remediation Manager — Insurance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(Jan. — June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Cross-functional DORA remediation program (ICT risk, operational resilience): gap assessments and target-state roadmaps (governance, ICT Risk, incidents, testing, third-party risk).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Coordinated workstreams (Tech, Cyber, Procurement, Risk, Compliance, Audit); review of BCM, Disaster Recovery and crisis management.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EY France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Manager — Banking Risk &amp; Compliance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(June 2022 — Dec.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La Banque Postale: strengthened the Fraud Control Library after ECB findings (20 Key Controls); RCSA lead on Enablon; SoD matrices; CRR3 / Basel III PMO (gap assessment, SMA impacts).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Dexia: PMO for regulatory reporting under run-off (LCR, NSFR); BPCE: PMO for the group-wide OneStream deployment.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BPCE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ALM Reporting Manager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(Jan. 2021 — June 2022)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Managed regulatory liquidity reporting (LCR, NSFR) within the ALM department of Groupe BPCE.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BPCE — Inspection Générale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Banking Inspector (LOD3)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(Jan. 2017 — Jan.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International audit missions (France, US, Hong Kong, Algeria) on internal control frameworks and compliance.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Fraud and operational-risk audits (BICEC, Banque Palatine, BPCE Achats); risk mitigation plans for Natixis and Caisse d'Épargne.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