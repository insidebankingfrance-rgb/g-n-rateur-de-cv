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  <a:effectLst/>
          <a:gradFill flip="none" rotWithShape="1">
            <a:gsLst>
              <a:gs pos="0">
                <a:srgbClr val="07227A"/>
              </a:gs>
              <a:gs pos="85000">
                <a:srgbClr val="07227A"/>
              </a:gs>
              <a:gs pos="100000">
                <a:srgbClr val="1FCBD9"/>
              </a:gs>
            </a:gsLst>
            <a:lin ang="2700000" scaled="0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300000" cy="6858000"/>
          </a:xfrm>
          <a:prstGeom prst="rect">
            <a:avLst/>
          </a:prstGeom>
          <a:solidFill>
            <a:srgbClr val="061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78000"/>
            <a:ext cx="12192000" cy="280000"/>
          </a:xfrm>
          <a:prstGeom prst="rect">
            <a:avLst/>
          </a:prstGeom>
          <a:solidFill>
            <a:srgbClr val="061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nside_circl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0000" y="130000"/>
            <a:ext cx="1302000" cy="420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28600" y="260000"/>
            <a:ext cx="3842800" cy="8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800" b="1" i="0">
                <a:solidFill>
                  <a:srgbClr val="3AEDE5"/>
                </a:solidFill>
                <a:latin typeface="Alegreya Sans"/>
              </a:rPr>
              <a:t>C.C.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28600" y="300000"/>
            <a:ext cx="5963400" cy="8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1" i="0">
                <a:solidFill>
                  <a:srgbClr val="FFFFFF"/>
                </a:solidFill>
                <a:latin typeface="Alegreya Sans"/>
              </a:rPr>
              <a:t>Chargée de Communication &amp; Marketing</a:t>
            </a:r>
          </a:p>
          <a:p>
            <a:pPr>
              <a:spcBef>
                <a:spcPts val="200"/>
              </a:spcBef>
            </a:pPr>
            <a:r>
              <a:rPr sz="1500" b="0" i="1">
                <a:solidFill>
                  <a:srgbClr val="3AEDE5"/>
                </a:solidFill>
                <a:latin typeface="Alegreya Sans"/>
              </a:rPr>
              <a:t>Communication &amp; Marketing — Alternance Sept.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8600" y="1180000"/>
            <a:ext cx="3842800" cy="531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DOMAINES D'EXPERTISE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Stratégie de communication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Organisation &amp; gestion de projet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Réseaux sociaux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Création de vidéo &amp; montage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Coordination d'équipe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LANGUES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Français — Langue maternelle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Anglais — Intermédiaire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FORMATION &amp; CERTIFICATIONS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2025 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INSEEC (Paris 15e)</a:t>
            </a:r>
          </a:p>
          <a:p>
            <a:pPr algn="l">
              <a:spcAft>
                <a:spcPts val="300"/>
              </a:spcAft>
            </a:pPr>
            <a:r>
              <a:rPr sz="1200" b="0" i="1">
                <a:solidFill>
                  <a:srgbClr val="CCD6E8"/>
                </a:solidFill>
                <a:latin typeface="Alegreya Sans"/>
              </a:rPr>
              <a:t>M1 Marketing &amp; Communication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2023 — 2025 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ESGCI (Paris 11e)</a:t>
            </a:r>
          </a:p>
          <a:p>
            <a:pPr algn="l">
              <a:spcAft>
                <a:spcPts val="300"/>
              </a:spcAft>
            </a:pPr>
            <a:r>
              <a:rPr sz="1200" b="0" i="1">
                <a:solidFill>
                  <a:srgbClr val="CCD6E8"/>
                </a:solidFill>
                <a:latin typeface="Alegreya Sans"/>
              </a:rPr>
              <a:t>Bachelor 3 Com événementielle &amp; Digital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2022 — 2023 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UPEC (Créteil)</a:t>
            </a:r>
          </a:p>
          <a:p>
            <a:pPr algn="l">
              <a:spcAft>
                <a:spcPts val="300"/>
              </a:spcAft>
            </a:pPr>
            <a:r>
              <a:rPr sz="1200" b="0" i="1">
                <a:solidFill>
                  <a:srgbClr val="CCD6E8"/>
                </a:solidFill>
                <a:latin typeface="Alegreya Sans"/>
              </a:rPr>
              <a:t>DEUST 1 Bureautique &amp; Com Multimédia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CENTRES D'INTÉRÊT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Voyage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Art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Lecture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Musique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28600" y="1180000"/>
            <a:ext cx="7434800" cy="531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RÉSUMÉ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FFFFFF"/>
                </a:solidFill>
                <a:latin typeface="Alegreya Sans"/>
              </a:rPr>
              <a:t>Curieuse, créative et dotée d'un esprit analytique, je prépare ma dernière année de Master en Communication &amp; Marketing. Mon objectif : rejoindre une équipe ambitieuse où je pourrai transformer les id…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EXPÉRIENCE PROFESSIONNELLE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Leroy Merlin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Community Manager — alternance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(Sept. 2025 — Actuel)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Animation et modération des communautés ; création et diffusion de contenus engageants (posts, vidéos, stories).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Gestion de la e-réputation et de la relation client en ligne ; reporting des actions social media.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Technema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Marketing &amp; Communication interne/externe — alternance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(2024 — 2025)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Réactualisation en équipe de la base de données fiche client ; refonte des codes articles et familles dans l'ERP.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Plans de communication sur les thématiques produits (module CO2, coffre en ligne, services d'infogérance).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Rêver d'Ailleurs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Stage Communication — Événementiel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(2024 — 4 mois)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Rédaction, planification, organisation et animation d'événements ; création de visuels et de contenus.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Athlon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Stage Communication interne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(2023 — 4 mois)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Rédaction du livret d'accueil de l'entreprise ; création de visuels et vidéos.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Recherches interne/externe sur des concepts modernes ; logique rédactionnelle entre thématiques.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8600" y="6578000"/>
            <a:ext cx="11734800" cy="2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1">
                <a:solidFill>
                  <a:srgbClr val="CCD6E8"/>
                </a:solidFill>
                <a:latin typeface="Alegreya Sans"/>
              </a:rPr>
              <a:t>Les informations de ce document sont strictement confidentielles — Ce document ne peut être partagé qu'avec l'accord de son propriétaire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  <a:effectLst/>
          <a:gradFill flip="none" rotWithShape="1">
            <a:gsLst>
              <a:gs pos="0">
                <a:srgbClr val="07227A"/>
              </a:gs>
              <a:gs pos="85000">
                <a:srgbClr val="07227A"/>
              </a:gs>
              <a:gs pos="100000">
                <a:srgbClr val="1FCBD9"/>
              </a:gs>
            </a:gsLst>
            <a:lin ang="2700000" scaled="0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300000" cy="6858000"/>
          </a:xfrm>
          <a:prstGeom prst="rect">
            <a:avLst/>
          </a:prstGeom>
          <a:solidFill>
            <a:srgbClr val="061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78000"/>
            <a:ext cx="12192000" cy="280000"/>
          </a:xfrm>
          <a:prstGeom prst="rect">
            <a:avLst/>
          </a:prstGeom>
          <a:solidFill>
            <a:srgbClr val="061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nside_circl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0000" y="130000"/>
            <a:ext cx="1302000" cy="420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28600" y="260000"/>
            <a:ext cx="3842800" cy="8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800" b="1" i="0">
                <a:solidFill>
                  <a:srgbClr val="3AEDE5"/>
                </a:solidFill>
                <a:latin typeface="Alegreya Sans"/>
              </a:rPr>
              <a:t>C.C.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28600" y="300000"/>
            <a:ext cx="5963400" cy="8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1" i="0">
                <a:solidFill>
                  <a:srgbClr val="FFFFFF"/>
                </a:solidFill>
                <a:latin typeface="Alegreya Sans"/>
              </a:rPr>
              <a:t>Communication &amp; Marketing Officer</a:t>
            </a:r>
          </a:p>
          <a:p>
            <a:pPr>
              <a:spcBef>
                <a:spcPts val="200"/>
              </a:spcBef>
            </a:pPr>
            <a:r>
              <a:rPr sz="1500" b="0" i="1">
                <a:solidFill>
                  <a:srgbClr val="3AEDE5"/>
                </a:solidFill>
                <a:latin typeface="Alegreya Sans"/>
              </a:rPr>
              <a:t>Communication &amp; Marketing — Work-study Sept.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8600" y="1180000"/>
            <a:ext cx="3842800" cy="531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MAIN AREAS OF EXPERTISE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Communication strategy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Project organisation &amp; management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Social media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Video creation &amp; editing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Team coordination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LANGUAGES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French — Native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English — Intermediate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EDUCATION &amp; CERTIFICATIONS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2025 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INSEEC (Paris 15e)</a:t>
            </a:r>
          </a:p>
          <a:p>
            <a:pPr algn="l">
              <a:spcAft>
                <a:spcPts val="300"/>
              </a:spcAft>
            </a:pPr>
            <a:r>
              <a:rPr sz="1200" b="0" i="1">
                <a:solidFill>
                  <a:srgbClr val="CCD6E8"/>
                </a:solidFill>
                <a:latin typeface="Alegreya Sans"/>
              </a:rPr>
              <a:t>M1 Marketing &amp; Communication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2023 — 2025 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ESGCI (Paris 11e)</a:t>
            </a:r>
          </a:p>
          <a:p>
            <a:pPr algn="l">
              <a:spcAft>
                <a:spcPts val="300"/>
              </a:spcAft>
            </a:pPr>
            <a:r>
              <a:rPr sz="1200" b="0" i="1">
                <a:solidFill>
                  <a:srgbClr val="CCD6E8"/>
                </a:solidFill>
                <a:latin typeface="Alegreya Sans"/>
              </a:rPr>
              <a:t>Bachelor 3 Event Com &amp; Digital Marketing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2022 — 2023 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UPEC (Créteil)</a:t>
            </a:r>
          </a:p>
          <a:p>
            <a:pPr algn="l">
              <a:spcAft>
                <a:spcPts val="300"/>
              </a:spcAft>
            </a:pPr>
            <a:r>
              <a:rPr sz="1200" b="0" i="1">
                <a:solidFill>
                  <a:srgbClr val="CCD6E8"/>
                </a:solidFill>
                <a:latin typeface="Alegreya Sans"/>
              </a:rPr>
              <a:t>DEUST 1 Office &amp; Multimedia Com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INTERESTS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Travel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Art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Reading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Music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28600" y="1180000"/>
            <a:ext cx="7434800" cy="531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SUMMARY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FFFFFF"/>
                </a:solidFill>
                <a:latin typeface="Alegreya Sans"/>
              </a:rPr>
              <a:t>Curious, creative and analytical, I am finishing my Master's in Communication &amp; Marketing. My goal: join an ambitious team where I can turn ideas into concrete actions.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PROFESSIONAL EXPERIENCE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Leroy Merlin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Community Manager — work-study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(Sept. 2025 — present)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Community animation and moderation; creation and distribution of engaging content (posts, videos, stories).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E-reputation and online customer relations management; social-media performance reporting.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Technema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Internal &amp; External Marketing — work-study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(2024 — 2025)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Team refresh of the client master data; redesign of product and family codes in the ERP.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Communication plans for product themes (CO2 module, online vault, IT-managed services).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Rêver d'Ailleurs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Communication intern — Events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(2024 — 4 months)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Writing, planning, organising and hosting events; visual and content creation.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Athlon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Internal Communication intern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(2023 — 4 months)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Drafted the company welcome booklet; created visuals and videos.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Internal/external research on modern concepts; editorial logic across themes.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8600" y="6578000"/>
            <a:ext cx="11734800" cy="2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1">
                <a:solidFill>
                  <a:srgbClr val="CCD6E8"/>
                </a:solidFill>
                <a:latin typeface="Alegreya Sans"/>
              </a:rPr>
              <a:t>The information in this document is strictly confidential — This document may only be shared with the owner's consent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