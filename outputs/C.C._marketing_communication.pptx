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C.C.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Chargée de Communication &amp; Marketing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Communication &amp; Marketing — Alternance Sept.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de communication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Organisation &amp; gestion de projet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Réseaux sociaux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vidéo &amp; montage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d'équipe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Intermédiaire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INSEEC (Paris 15e)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M1 Marketing &amp; Communication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2023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ESGCI (Paris 11e)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3 Com événementielle &amp; Digital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UPEC (Créteil)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DEUST 1 Bureautique &amp; Com Multimédia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Lecture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Musique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Curieuse, créative et dotée d'un esprit analytique, je prépare ma dernière année de Master en Communication &amp; Marketing. Mon objectif : rejoindre une équipe ambitieuse où je pourrai transformer les id…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Leroy Merlin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Community Manager — alternance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Actuel)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et modération des communautés ; création et diffusion de contenus engageants (posts, vidéos, stories).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la e-réputation et de la relation client en ligne ; reporting des actions social media.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Technema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Marketing &amp; Communication interne/externe — alternance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Réactualisation en équipe de la base de données fiche client ; refonte des codes articles et familles dans l'ERP.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Plans de communication sur les thématiques produits (module CO2, coffre en ligne, services d'infogérance).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Rêver d'Ailleurs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Communication — Événementiel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4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Rédaction, planification, organisation et animation d'événements ; création de visuels et de contenus.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Athlon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Communication interne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 — 4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du livret d'accueil de l'entreprise ; création de visuels et vidéos.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Recherches interne/externe sur des concepts modernes ; logique rédactionnelle entre thématiques.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C.C.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Communication &amp; Marketing Officer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Communication &amp; Marketing — Work-study Sept.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Communication strategy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organisation &amp;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Social media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Video creation &amp; editing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Team coordination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Intermediate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INSEEC (Paris 15e)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M1 Marketing &amp; Communication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2023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ESGCI (Paris 11e)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3 Event Com &amp; Digital Marketing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UPEC (Créteil)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DEUST 1 Office &amp; Multimedia Com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Reading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Curious, creative and analytical, I am finishing my Master's in Communication &amp; Marketing. My goal: join an ambitious team where I can turn ideas into concrete actions.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Leroy Merlin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Community Manager — work-study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Community animation and moderation; creation and distribution of engaging content (posts, videos, stories).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E-reputation and online customer relations management; social-media performance reporting.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Technema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&amp; External Marketing — work-study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Team refresh of the client master data; redesign of product and family codes in the ERP.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Communication plans for product themes (CO2 module, online vault, IT-managed services).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Rêver d'Ailleurs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Communication intern — Events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4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Writing, planning, organising and hosting events; visual and content creation.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Athlon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Communication intern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 — 4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Drafted the company welcome booklet; created visuals and videos.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Internal/external research on modern concepts; editorial logic across themes.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