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Alexis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LÉGER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Product Manager | Senior Business Analyst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digitale &amp; Produits — Banque, Assurance, Secteur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(Discovery &amp; Delivery)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Cadrage, études d'impact, gouvernance projet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AMOA, appels d'offres, comitologie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Agile Scrum &amp; Cycle V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: SQL, Python, Tableau, KPI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IAE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2021 — 2022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SCRUM PO, PRINCE2, ITIL, gestion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ans d'expérience en transformation digitale et produits complexes. Pilotage de projets digitaux à fort enjeu, du cadrage stratégique au delivery opérationnel, en alignant métiers, IT et utilisateurs finaux.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CAREL Mutuelle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/ Business Analyst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2024 — Déc.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Migration de portefeuilles et changement d'outil back-office (KELIA) : gouvernance des interfaces (Espaces Clients, GED, Éditique, Salesforce).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et pilotage d'appels d'offres ; recettes inter-applicatives ; recommandations stratégiques à la Direction Générale.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Business Analyst / Project Manager — Supply Chain Finance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2023 — Mars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Référent IT de l'application Supply Chain Finance ; études d'impact et cadrage des besoins métiers.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Production des livrables : spécifications, user stories, tests automatisés Cucumber (Gherkin) ; recettes bout en bout, support L3 et formation.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Caisse des Dépôts &amp; Consignations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Product &amp;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(Mars 2021 — Juil.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Refonte d'une application métier et migration de données inter-SI : discovery produit (personae, story map, roadmaps), US et priorisation Jira.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Migration des données de carrière : cahiers des charges, qualification avec l'Agirc-Arrco, stratégie de recette ; fiches RGPD &amp; sécurité.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(CIB)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PMO Programme — Cash Management Competence Center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(Févr. — Août 2018)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d'amélioration de la qualité de service IT Cash Management : coordination de 5 entités du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Analyses de qualité de service (criticité des incidents), préparation des COPIL, documentation des incidents IT et des processus.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Alexis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LÉGER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Product Manager | Senior Business Analyst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Digital Transformation &amp; Products — Banking, Insurance, Public 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(Discovery &amp; Delivery)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Scoping, impact studies, project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analysis, RFPs, governance bodies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Agile Scrum &amp; V-cycle delivery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Data: SQL, Python, Tableau, KPIs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IAE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in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2021 — 2022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SCRUM PO, PRINCE2, ITIL, data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years of experience in digital transformation and complex products. Piloting high-stakes digital projects from strategic scoping to operational delivery, aligning business, IT and end users.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CAREL Mutuelle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/ Business Analyst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2024 — Dec.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Portfolio migration and back-office tool change (KELIA): governance of interfaces (Client portals, EDM, document output, Salesforce).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Drafted and managed several RFPs; cross-application acceptance testing; strategic recommendations to General Management.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Business Analyst / Project Manager — Supply Chain Finance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2023 — Mar.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referent for the Supply Chain Finance application; impact studies and business requirements scoping.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Deliverables: specifications, user stories, automated tests with Cucumber (Gherkin); end-to-end acceptance, L3 support and training.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Caisse des Dépôts &amp; Consignations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Product &amp;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(Mar. 2021 — July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application redesign and cross-IS data migration: product discovery (personae, story map, roadmaps), user stories and Jira prioritization.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Career data migration: requirement documents, qualification with Agirc-Arrco, acceptance strategy; GDPR &amp; security documentation.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(CIB)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Program PMO — Cash Management Competence Center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(Feb. — Aug. 2018)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Cash Management service quality improvement program: coordination of 5 group entities.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Service quality analyses (incident criticality), steering committee preparation, IT incident and process documentation.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