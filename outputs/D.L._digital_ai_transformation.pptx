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D.L.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 Transformation Digitale &amp; IA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Programmes de Transformation | Digital | IA | Services financiers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programmes complexes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digitale &amp; IA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et gouvernance IA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Roadmap produit &amp; plateformes digitales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Conduite du changement &amp; Agile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2000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for Business, AI &amp; Leadership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Polytechnique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Piloter le processus d'innovation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Leadership de transformation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Leader expérimenté en transformation IA et digitale, habitué aux environnements complexes et réglementés. Vision stratégique et capacité d'exécution, pilotage de programmes de bout en bout.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Allagio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Leader Transformation IA &amp; Digitale (consultant indépendant)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Leadership d'équipe Produit pour un acteur de référence de la protection sociale en France (épargne collective, santé, prévoyance) : refonte de l'expérience et des outils de relation client, intégration IA.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Conception et réalisation de projets IA, développement d'applications AI-driven ; études sectorielles sur les cas d'usage 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Stellantis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de Programmes de Transformation Digitale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(2017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Mise en place d'un nouveau modèle de distribution omnicanal et d'un outil SaaS de planification / RDV livraisons de véhicules (4 pays) ; déploiement européen d'une plateforme e-commerce.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d'une ligne produit digitale internationale (budget &gt;1M€) : encadrement d'équipes pluridisciplinaires (&gt;50 personnes), définition de la vision produit / roadmap / UX.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Distingo Bank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Banque en Ligne Multi-Pays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(2012 — 2017)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end-to-end du lancement et développement d'une banque en ligne sur 3 pays ; conception des parcours clients digitaux (acquisition, souscription, KYC, selfcare).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Résultats : +3 Md€ collectés et +100 000 comptes actifs en 5 ans ; gestion d'un budget annuel &gt; 20 M€, management d'équipes internes et externes.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Wavestone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Senior Digital &amp; Relation Client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(2007 — 2012)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Missions de conseil en transformation digitale et optimisation de la relation client (banque, télécoms, énergie).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Lancement d'interfaces de banque à distance, personnalisation en ligne et applications mobiles innovantes ; encadrement de consultants et développement commercial.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D.L.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Digital &amp; AI Transformation Consultant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Programs | Digital | AI |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Complex program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&amp; AI transformation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strategy &amp;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 roadmap &amp; digital platforms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Change management &amp; Agile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2000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for Business, AI &amp; Leadership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École Polytechnique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Piloting the innovation process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Transformation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Experienced leader in AI and digital transformation, familiar with complex and regulated environments. Strategic vision and execution capacity, end-to-end program piloting.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Allagio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&amp; Digital Transformation Leader (independent 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Product-team leadership for a leading French social-protection player (group savings, health, protection): overhaul of customer experience and CRM tools, AI integration.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Design and delivery of AI projects, AI-driven application development; sector studies on AI use-cases.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Stellantis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Digital Transformation Program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(2017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Rollout of a new omnichannel distribution model and a SaaS planning/booking tool for vehicle deliveries (4 countries); European e-commerce platform deployment.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International digital product line management (budget &gt;€1M): leading multidisciplinary teams (&gt;50 people), product vision / roadmap / UX definition.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Distingo Bank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Multi-Country Online Bank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(2012 — 2017)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End-to-end piloting of the launch and growth of an online bank across 3 countries; digital customer journey design (acquisition, onboarding, KYC, selfcare).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Results: €3B+ collected and 100,000+ active accounts in 5 years; annual budget &gt; €20M, managing internal and external teams.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Wavestone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Digital &amp; Customer Relations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(2007 — 2012)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transformation and customer relations consulting engagements (banking, telecom, energy).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Launch of distance-banking interfaces, online personalisation and innovative mobile apps; consultant coaching and business development.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