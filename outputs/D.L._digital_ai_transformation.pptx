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David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LECLERCQ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Consultant Transformation Digitale &amp; IA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Programmes de Transformation | Digital | IA | Services financiers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de programmes complexes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Transformation digitale &amp; IA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Stratégie &amp; gouvernance IA (LLM, RAG, agents)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Roadmap produit &amp; plateformes digitales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Conduite du changement &amp; Agile (Scrum, SAFe)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2000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ESSEC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Grande École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ESSEC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AI for Business, AI &amp; Leadership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Polytechnique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Piloter le processus d'innovation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EDHEC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Leadership de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Leader expérimenté en transformation IA et digitale, habitué aux environnements complexes et réglementés. Lancement réussi d'une banque en ligne (+33 % vs objectif de collecte) et déploiement de programmes digitaux internationaux.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Allagio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Leader Transformation IA &amp; Digitale (consultant indépendant)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(Depuis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Leadership d'équipe Produit pour un acteur majeur de la protection sociale (épargne, santé, prévoyance) : refonte de la relation client, intégration IA.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Conception et réalisation de projets IA, développement d'applications AI-driven ; études sectorielles sur les cas d'usage IA.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Stellantis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de Programmes de Transformation Digitale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(2017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Modèle de distribution omnicanal et outil SaaS de planification des livraisons (4 pays) ; déploiement européen d'une plateforme e-commerce.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Ligne produit digitale internationale (budget &gt;1 M€, équipes &gt;50) ; fusion des leasings Free2Move Lease / Leasys (marketing, digital, assurance).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Distingo Bank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Responsable Banque en Ligne Multi-Pays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(2012 — 2017)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end-to-end du lancement d'une banque en ligne sur 3 pays ; parcours clients digitaux (acquisition, souscription, KYC, selfcare).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Résultats : +3 Md€ collectés et +100 000 comptes actifs en 5 ans ; gestion d'un budget annuel &gt; 20 M€, management d'équipes internes et externes.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Wavestone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Senior Digital &amp; Relation Client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(2007 — 2012)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Missions de conseil en transformation digitale et optimisation de la relation client (banque, télécoms, énergie).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Lancement d'interfaces de banque à distance et d'applications mobiles innovantes ; encadrement de consultants et développement commercial.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David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LECLERCQ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Digital &amp; AI Transformation Consultant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Transformation Programs | Digital | AI |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Complex program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Digital &amp; AI transformation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strategy &amp; governance (LLM, RAG, agents)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Product roadmap &amp; digital platforms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Change management &amp; Agile (Scrum, SAFe)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2000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ESSEC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Grande École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ESSEC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AI for Business, AI &amp; Leadership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École Polytechnique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Piloting the innovation process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EDHEC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Transformation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Experienced leader in AI and digital transformation, used to complex regulated environments. Successful online-bank launch (+33% vs deposit target) and delivery of international digital programs.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Allagio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AI &amp; Digital Transformation Leader (independent consultant)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(Since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Product-team leadership for a major French social-protection player (savings, health, protection): customer-relations overhaul, AI integration.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Design and delivery of AI projects, AI-driven application development; sector studies on AI use-cases.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Stellantis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Digital Transformation Program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(2017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Omnichannel distribution model and SaaS delivery-planning tool (4 countries); European rollout of an e-commerce platform.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International digital product line (budget &gt;€1M, teams &gt;50); merger of the Free2Move Lease / Leasys leasing activities (marketing, digital, insurance).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Distingo Bank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Multi-Country Online Bank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(2012 — 2017)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End-to-end launch of an online bank across 3 countries; digital customer journeys (acquisition, onboarding, KYC, selfcare).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Results: €3B+ collected and 100,000+ active accounts in 5 years; annual budget &gt; €20M, managing internal and external teams.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Wavestone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Consultant Digital &amp; Customer Relations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(2007 — 2012)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Digital transformation and customer relations consulting engagements (banking, telecom, energy).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Launch of distance-banking interfaces, online personalisation and innovative mobile apps; consultant coaching and business development.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