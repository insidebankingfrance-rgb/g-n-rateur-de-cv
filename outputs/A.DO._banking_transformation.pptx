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Axel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DOMINGO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Transformation Bancaire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CIB &amp; Corporate Banking — Optimisation du capital &amp;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Operating model &amp; optimisation des processus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Cadres réglementaires &amp; risques (Bâle IV, MiFID II, BCBS239)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Initiatives data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commercial &amp; relation client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&amp; management d'équipes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EMLYON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MSc in Corporate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10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Management, Marchés &amp; Régulation des Risques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Basketball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Fitness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Investisseur long terme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ans d'expérience en services financiers (conseil, banque d'entreprise, inspection générale). Expertise en transformation bancaire : optimisation du capital, efficacité opérationnelle, initiatives data et 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2024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de transformation pour des banques globales (jusqu'à 4 consultants) : initiatives data optimisant RWA et coûts sur 5 filiales d'une G-SIB — 13 M€ de gains P&amp;L.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d'efficacité des coûts d'une G-SIB : benchmark et analyse détaillée — 210 M€ d'économies potentielles ; promotion de l'IA pour les revenus CIB.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Chappuis Halder &amp; Co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Mai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de transformation pour des banques globales (jusqu'à 6 consultants) : revue du modèle de rating interne Project Finance (harmonisation des modèles BNPP CIB).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de 3 macro-processus crédit end-to-end pour une CIB française ; renforcement du dispositif LCB-FT des filiales africaines d'une G-SIB.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Auditeur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(Août 2020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Audits internes des lignes métiers CIB Global Banking sur la zone EMEA : identification des lacunes opérationnelles, de gouvernance et de gestion des risques.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Présentation des conclusions et recommandations au top management pour renforcer le dispositif de gestion des risques.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Corporate Banking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Corporate Coverage Associate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(Avril 2017 — Juil.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Revues annuelles, origination et structuration de deals (acquisitions, financements capex) pour un portefeuille de 15 clients corporate (500 M€ à 10 Md€ de CA).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des waivers, amendements et extensions ; préparation de pitches et memos pour les Senior Bankers.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Axel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DOMINGO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Banking Transformation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CIB &amp; Corporate Banking — Capital Optimisation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Operating model &amp; process optimisation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&amp; risk frameworks (Basel IV, MiFID II, BCBS239)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&amp; AI initiatives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development &amp; client relationship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management &amp; team leadership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EMLYON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MSc in Corporate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10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Management, Markets' Operations &amp; Risks' Regulation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Basketball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Fitness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Long-term investor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years of experience in Financial Services spanning consulting, corporate banking and general inspection. Expertise in banking transformation: capital optimisation, operational efficiency, data and AI-enabled initiatives.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2024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projects for global banks (teams up to 4): data-driven initiatives optimising RWA and costs across 5 subsidiaries of a G-SIB — €13m P&amp;L gains.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G-SIB cost efficiency program: benchmark and detailed analysis — €210m potential savings; promoted AI adoption for CIB revenues.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Chappuis Halder &amp; Co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May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projects for global banks (teams up to 6): review of the Project Finance internal rating model (BNPP CIB rating-model harmonization).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Redesigned 3 end-to-end credit macro-processes for a French CIB; strengthened the AML/CFT framework of a G-SIB's African subsidiaries.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General Inspection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Auditor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(Aug. 2020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assessments of CIB Global Banking business lines across EMEA: identification of operational, governance and risk-management gaps.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Presented audit conclusions and recommendations to senior management to reinforce the risk-management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Corporate Banking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Corporate Coverage Associate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(April 2017 — July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Annual reviews, origination and structuring of deals (acquisitions, capex financings) for a portfolio of 15 corporate clients (€500m-€10bn in annual sales).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Managed waivers, amendments and extensions; prepared client pitches and memos for Senior Bankers.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