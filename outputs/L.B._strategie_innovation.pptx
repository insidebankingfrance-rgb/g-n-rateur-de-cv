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Consultante Stratégie &amp; Innovation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Stratégie, transformation &amp; intelligence collective — Retail, Luxe, Santé,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&amp;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(intelligence collective)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Gestion de projet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développement &amp; partenariats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Études de marché &amp; due diligences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Programme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Coach certifiée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Autrice — « À la poursuite du Phaos »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Libérez le pouvoir créatif en entreprise (Amazon KDP)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ans en conseil en stratégie (L.E.K., EY-Parthenon) et développement, aujourd'hui fondatrice et experte en créativité, intelligence collective et neurodiversité. De la stratégie à la facilitation, du cadrage à la mise en œuvre.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 the Move / École du Potentiel Humain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Fondatrice — Experte créativité &amp; intelligence collective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Conférencière ; facilitation d'ateliers d'innovation et de neurodiversité pour Orange, Renault Alpine, EDF.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Création et animation d'un talk show sur la transformation, le leadership et l'innovation (23 talks tournés).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Consultant Indépendant — Stratégie &amp;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Missions grands comptes &amp; Private Equity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grands comptes : LVMH (IA générative, seconde main), Pluxee (31 pays), Carrefour, Sodexo, Novoferm (plans à 3 ans).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Due diligences Private Equity (~10 cibles : Gerflor, Mecatherm, Revima, Liérac…) : entretiens experts, analyses de marché, mapping des achats.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Othentik — Conseil en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Strategy and Operations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roadmap 2024 et du business plan, de la stratégie commerciale, du positionnement et des offres.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Co-création de la méthode d'innovation « The Othentik Way » ; facilitation d'ateliers d'innovation.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Renovation Man — Proptech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Strategic Partnerships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pôle partenariat et de la stratégie de développement : nombre de partenaires ×6, demandes clients ×10.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Parcours de prescription (conseillers LCL : demandes ×3) et offres partenaires (Mon Chasseur Immo, Rhinov).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Livia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BONHOURE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Strategy &amp; Innovation Consultant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Strategy, transformation &amp; collective intelligence — Retail, Luxury, Health, FMCG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Strategy &amp; transformation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Innovation &amp; facilitation (collective intelligence)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management &amp;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Business development &amp; partnerships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Market studies &amp; due diligence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EMLYON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Grande École Programme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2023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Coaching Ways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Certified Coach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Author — 'À la poursuite du Phaos'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Unlocking creative power in business (Amazon KDP)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10 years in strategy consulting (L.E.K., EY-Parthenon) and business development, now a founder and expert in creativity, collective intelligence and neurodiversity. From strategy to facilitation, from framing to implementation.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 the Move / École du Potentiel Humain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Founder — Creativity &amp; Collective-Intelligence Expert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Speaker; facilitation of innovation and neurodiversity workshops for Orange, Renault Alpine, EDF.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Created and hosts a talk show on transformation, leadership and innovation (23 episodes filmed).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Independent Consultant — Strategy &amp; Innovation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Large-account &amp; Private Equity missions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(Since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Strategy for large accounts: LVMH (generative AI, second-hand), Pluxee (31 countries), Carrefour, Sodexo, Novoferm (3-year plans).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Due diligence for PE funds (~10 targets: Gerflor, Mecatherm, Revima, Liérac…): expert interviews, market analyses, purchasing mapping.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Othentik — Innovation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Strategy and Operations (freelance)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(2023 — 2024)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Defined the 2024 roadmap and business plan, the commercial strategy, positioning and offers.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Co-created the 'The Othentik Way' innovation method; facilitation of innovation workshops.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Renovation Man — Proptech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Head of Strategic Partnerships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partnerships unit and the development strategy: number of partners ×6, customer requests ×10.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Referral journeys (LCL advisors: requests ×3) and partner offers (Mon Chasseur Immo, Rhinov).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