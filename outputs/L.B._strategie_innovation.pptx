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Livia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BONHOURE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Consultante Stratégie &amp; Innovation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Stratégie, transformation &amp; intelligence collective — Retail, Luxe, Santé, FMCG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&amp; plans stratégiques à 3 ans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Gestion de projet &amp; PMO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Innovation &amp; facilitation (design thinking, double diamant)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Business développement &amp; partenariats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Études de marché &amp; due diligences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Coaching, créativité &amp; neurodiversité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Marketing digital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EMLYON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Programme 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Coaching Ways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Coach certifiée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Autrice — « À la poursuite du Phaos »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Libérez le pouvoir créatif en entreprise (Amazon KDP)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Créatrice d'un talk show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Transformation des organisations, leadership et innovation — 23 talks tournés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10 ans d'expérience en conseil en stratégie (L.E.K., EY-Parthenon) et en développement, aujourd'hui fondatrice et experte en créativité, intelligence collective et neurodiversité. Intervient sur la stratégie, la transformation, l'innovation et la facilitation, du cadrage à la mise en œuvre, pour des grands groupes comme pour des fonds de Private Equity.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 the Move / École du Potentiel Humain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Fondatrice — Experte créativité, intelligence collective &amp; neurodiversité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Conférences et ateliers autour de la créativité et de l'innovation : préparation du contenu et animation pour des indépendants, réseaux d'alumni et d'entrepreneurs.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Rédaction et édition d'un livre sur la créativité en entreprise : 20+ entretiens qualitatifs, conception mêlant conte, introspection, ateliers d'intelligence collective et analyses business (co-création avec IA génératives), publication et promotion.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et animation d'un talk show sur la transformation des organisations, le leadership et l'innovation — 23 talks tournés à date.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Livia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BONHOURE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Consultante Stratégie &amp; Innovation (suite)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Stratégie, transformation &amp; intelligence collective — Retail, Luxe, Santé, FMCG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&amp; plans stratégiques à 3 ans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Gestion de projet &amp; PMO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Innovation &amp; facilitation (design thinking, double diamant)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Business développement &amp; partenariats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Études de marché &amp; due diligences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Coaching, créativité &amp; neurodiversité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Marketing digital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EMLYON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Programme 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Coaching Ways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Coach certifiée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Autrice — « À la poursuite du Phaos »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Libérez le pouvoir créatif en entreprise (Amazon KDP)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Créatrice d'un talk show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Transformation des organisations, leadership et innovation — 23 talks tournés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649900"/>
            <a:ext cx="7434800" cy="4848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 (suite)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Othentik — Conseil en innovation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Strategy and Operations (freelance)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 — 2024 · 1 an)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de la roadmap 2024 et du business plan, de la stratégie commerciale, du positionnement et de la proposition de valeur, structuration des offres.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Participation à la création de la méthode d'innovation « The Othentik Way » et définition de la politique RH.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Facilitation d'ateliers d'innovation : préparation (objectifs, supports, livrables) et animation d'ateliers et de conférences autour de la neurodiversité et de l'innovation pour Orange, Renault Alpine, EDF et des initiatives internes.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Pluxee (Sodexo BRS) — Retail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Bras-droit de la SVP Strategy, Product and Customer Experience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(4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Accompagnement du processus de planification stratégique pour 31 pays : plans de travail, coordination des parties prenantes, consolidation des plans, préparation des retours Comex aux pays.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Revue des budgets globaux et pays, suivi de l'exécution de la stratégie pour le Comex Sodexo BRS et le Board Groupe ; définition de deux appels d'offres et onboarding du nouveau Strategy Manager.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LVMH — Luxe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Strategic Insights Program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(4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Cadrage de deux études stratégiques : impact de l'IA générative dans le secteur du luxe et marché de la seconde main.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Recherches, interviews des parties prenantes au sein de la Holding et des Maisons, rédaction des briefs et sélection du partenaire.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Livia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BONHOURE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Consultante Stratégie &amp; Innovation (suite)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Stratégie, transformation &amp; intelligence collective — Retail, Luxe, Santé, FMCG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&amp; plans stratégiques à 3 ans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Gestion de projet &amp; PMO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Innovation &amp; facilitation (design thinking, double diamant)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Business développement &amp; partenariats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Études de marché &amp; due diligences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Coaching, créativité &amp; neurodiversité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Marketing digital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EMLYON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Programme 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Coaching Ways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Coach certifiée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Autrice — « À la poursuite du Phaos »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Libérez le pouvoir créatif en entreprise (Amazon KDP)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Créatrice d'un talk show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Transformation des organisations, leadership et innovation — 23 talks tournés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649900"/>
            <a:ext cx="7434800" cy="4848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 (suite)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Fermiers du Sud-Ouest — FMCG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Redéfinition de la stratégie de marques et de distribution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(5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Interviews des membres du Comex, analyses de marché et benchmark externe, analyse de la performance marketing, commerciale et financière.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Définition, scoring et modélisation de scénarios d'optimisation de la performance, revue de la gouvernance ; animation des comités de pilotage et management de 2 consultants.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Novoferm France — Retail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Plan stratégique à 3 ans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Interviews du Comex, entretiens experts, enquête client, benchmark externe et analyses de marché ; identification d'opportunités de croissance.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de la vision cible et des projets prioritaires, structuration de la roadmap à 3 ans, animation de workshops avec le Comex.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Sodexo France — Retail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Projet de réorganisation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Interviews des membres du Comex, analyses de marché par segment client (besoins clients, roads to market, go to market) et revue de la stratégie de portefeuille de marques.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Participation à la définition des priorités stratégiques, de la nouvelle organisation et des feuilles de route associées ; PMO du projet et animation d'ateliers avec le Comex.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Carrefour France — Retail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Préparation du plan stratégique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Analyses de marché et des tendances de consommation, revue de la performance de Carrefour et de ses principaux concurrents.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d'une stratégie à 3 ans : storytelling, compilation de documents internes, interviews des directeurs de BU.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Livia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BONHOURE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Consultante Stratégie &amp; Innovation (suite)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Stratégie, transformation &amp; intelligence collective — Retail, Luxe, Santé, FMCG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&amp; plans stratégiques à 3 ans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Gestion de projet &amp; PMO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Innovation &amp; facilitation (design thinking, double diamant)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Business développement &amp; partenariats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Études de marché &amp; due diligences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Coaching, créativité &amp; neurodiversité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Marketing digital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EMLYON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Programme 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Coaching Ways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Coach certifiée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Autrice — « À la poursuite du Phaos »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Libérez le pouvoir créatif en entreprise (Amazon KDP)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Créatrice d'un talk show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Transformation des organisations, leadership et innovation — 23 talks tournés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649900"/>
            <a:ext cx="7434800" cy="4848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 (suite)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Renovation Man — Proptech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Strategic Partnerships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(2019 — 2022 · 2,5 ans)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Structuration du pôle partenariat : définition du rôle et du périmètre, process de traitement et de suivi des demandes clients partenaires, outils, reporting auprès du CEO.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de développement des partenariats : ciblage, approche, négociation, animation et suivi — nombre de partenaires ×6 et nombre de demandes clients ×10.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Parcours de prescription pour les conseillers LCL : besoins en agence, parcours client adapté et pilotage du déploiement — demandes issues de la prescription ×3 sur 2020-21.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Offres partenaires : Mon Chasseur Immo (travaux × investissement locatif, lancement en 6 régions, 10 % des demandes clients du partenaire en 2021) et Rhinov (parcours client commun, POC lancé en janvier 2022).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Baobab — Finance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Préparation d'un séminaire Comex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(5 jours)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Analyses de marché et benchmark externe, préparation d'ateliers de réflexion sur des sujets stratégiques (portefeuille produit, distribution, saisonnalité).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Revue de la stratégie digitale d'acquisition client.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Future Agency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Construction et facilitation d'ateliers d'intelligence collective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 an)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Préparation (objectifs, supports, livrables) et animation d'ateliers pour des start-ups et organismes publics dans l'assurance, le transport, l'immobilier, le luxe et la santé.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Mobilisation de diverses méthodes d'intelligence collective : design thinking, double diamant.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Livia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BONHOURE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Consultante Stratégie &amp; Innovation (suite)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Stratégie, transformation &amp; intelligence collective — Retail, Luxe, Santé, FMCG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&amp; plans stratégiques à 3 ans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Gestion de projet &amp; PMO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Innovation &amp; facilitation (design thinking, double diamant)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Business développement &amp; partenariats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Études de marché &amp; due diligences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Coaching, créativité &amp; neurodiversité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Marketing digital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EMLYON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Programme 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Coaching Ways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Coach certifiée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Autrice — « À la poursuite du Phaos »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Libérez le pouvoir créatif en entreprise (Amazon KDP)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Créatrice d'un talk show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Transformation des organisations, leadership et innovation — 23 talks tournés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649900"/>
            <a:ext cx="7434800" cy="4848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 (suite)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EY-Parthenon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Associate Consultant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(2018 — 2019)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d'un projet interne de culture d'entreprise pour promouvoir la diversité et l'inclusion : outils de diagnostic et d'ouverture du dialogue.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et mise en place d'un comité de traitement des comportements non inclusifs et d'un parcours de formation / coaching.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Due diligences pour des fonds de Private Equity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L.E.K. puis missions indépendantes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(2016 — 2018 et depuis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Santé : évaluation de l'attractivité de Lagarrigue (appareillage orthopédique) et de Fasonut (nutrition artificielle) — entretiens experts fabricants, orthopédistes, Big Pharmas, hôpitaux.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Industrie &amp; BTP : Gerflor (modélisation de marché par verticale santé / éducation / logement social), Mecatherm (tendances boulangerie Europe et Amérique du Nord), Groupe CIR (dispositifs de défiscalisation, revue du business plan), Revima (aéronautique, maintenance).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Retail, beauté &amp; télécom : ECF, Moustache (store-checks vélo, management d'une stagiaire), Liérac (marché cosmétique anti-âge, store-checks pharmacies), Evernex (modélisation du marché de la maintenance serveurs et data centers).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Méthodologie transverse : entretiens experts, analyses quantitatives et qualitatives de marché, benchmark externe, mapping des processus d'achat clients.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