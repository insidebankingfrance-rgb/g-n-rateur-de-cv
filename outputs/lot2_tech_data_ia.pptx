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Alexis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LÉGER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Senior Product Manager | Senior Business Analyst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Transformation digitale &amp; Produits — Banque, Assurance, Secteur public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Product Ownership (Discovery &amp; Delivery)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Cadrage, études d'impact, gouvernance projet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AMOA, appels d'offres, comitologie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Agile Scrum &amp; Cycle V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Data : SQL, Python, Tableau, KPI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Courant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IAE Paris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en management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2021 — 2022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Certifications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SCRUM PO, PRINCE2, ITIL, gestion de données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RÉSUMÉ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10 ans d'expérience en transformation digitale et produits complexes. Pilotage de projets digitaux à fort enjeu, du cadrage stratégique au delivery opérationnel, en alignant métiers, IT et utilisateurs finaux.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EXPÉRIENCE PROFESSIONNELLE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CAREL Mutuelle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Senior Project Manager / Business Analyst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(Mai 2024 — Déc.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Migration de portefeuilles et changement d'outil back-office (KELIA) : gouvernance des interfaces (Espaces Clients, GED, Éditique, Salesforce).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Rédaction et pilotage d'appels d'offres ; recettes inter-applicatives ; recommandations stratégiques à la Direction Générale.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Crédit Agricole CIB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Senior Business Analyst / Project Manager — Supply Chain Finance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(Janv. 2023 — Mars 2024)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Référent IT de l'application Supply Chain Finance ; études d'impact et cadrage des besoins métiers.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Production des livrables : spécifications, user stories, tests automatisés Cucumber (Gherkin) ; recettes bout en bout, support L3 et formation.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Groupe Caisse des Dépôts &amp; Consignations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Product &amp; Project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(Mars 2021 — Juil. 2022)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Refonte d'une application métier et migration de données inter-SI : discovery produit (personae, story map, roadmaps), US et priorisation Jira.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Migration des données de carrière : cahiers des charges, qualification avec l'Agirc-Arrco, stratégie de recette ; fiches RGPD &amp; sécurité.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BNP Paribas (CIB)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PMO Programme — Cash Management Competence Center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(Févr. — Août 2018)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Programme d'amélioration de la qualité de service IT Cash Management : coordination de 5 entités du groupe.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Analyses de qualité de service (criticité des incidents), préparation des COPIL, documentation des incidents IT et des processus.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Alexis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LÉGER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Senior Product Manager | Senior Business Analyst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Digital Transformation &amp; Products — Banking, Insurance, Public Sector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Product Ownership (Discovery &amp; Delivery)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Scoping, impact studies, project governance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Business analysis, RFPs, governance bodies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Agile Scrum &amp; V-cycle delivery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Data: SQL, Python, Tableau, KPIs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LANGUAGES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French — Native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English — Fluent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IAE Paris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in Management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2021 — 2022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Certifications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SCRUM PO, PRINCE2, ITIL, data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SUMMARY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10 years of experience in digital transformation and complex products. Piloting high-stakes digital projects from strategic scoping to operational delivery, aligning business, IT and end users.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CAREL Mutuelle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Senior Project Manager / Business Analyst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(May 2024 — Dec.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Portfolio migration and back-office tool change (KELIA): governance of interfaces (Client portals, EDM, document output, Salesforce).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Drafted and managed several RFPs; cross-application acceptance testing; strategic recommendations to General Management.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Crédit Agricole CIB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Senior Business Analyst / Project Manager — Supply Chain Finance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(Jan. 2023 — Mar. 2024)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IT referent for the Supply Chain Finance application; impact studies and business requirements scoping.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Deliverables: specifications, user stories, automated tests with Cucumber (Gherkin); end-to-end acceptance, L3 support and training.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Groupe Caisse des Dépôts &amp; Consignations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Product &amp; Project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(Mar. 2021 — July 2022)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Business application redesign and cross-IS data migration: product discovery (personae, story map, roadmaps), user stories and Jira prioritization.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Career data migration: requirement documents, qualification with Agirc-Arrco, acceptance strategy; GDPR &amp; security documentation.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BNP Paribas (CIB)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Program PMO — Cash Management Competence Center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(Feb. — Aug. 2018)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IT Cash Management service quality improvement program: coordination of 5 group entities.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Service quality analyses (incident criticality), steering committee preparation, IT incident and process documentation.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Daniel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BLUNDELL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Senior Manager — AI Engineer / Data Scientist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Data Science &amp; GenAI — Services financiers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Data Science &amp; GenAI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AI Engineering (Azure x OpenAI, Databricks)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Product Ownership SAFe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DevOps / CI-CD (Azure DevOps, Jenkins)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Python, Scikit-Learn / PyTorch, SQL, R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—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École Centrale de Marseille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Diplôme d'ingénieur, spéc. Finance &amp; Data Science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—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Certifications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SAFe POPM ; Azure Data Science Associate (Microsoft)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RÉSUMÉ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7 ans d'expérience en conseil Data pour les services financiers. Encadrement Agile de plusieurs plateformes IA appliquées aux données financières et commerciales.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EXPÉRIENCE PROFESSIONNELLE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Grande banque française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Chef de projet — 3 plateformes NLP (juridique &amp; réglementaire)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Coordination des développements full stack ; industrialisation CI/CD en production (Azure DevOps vers Bitbucket, XLRelease, XLDeploy).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Architecture sécurité et environnements Azure de test/production (VNETs, flux) ; images Docker en environnement sécurisé avec la DSI.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Grande banque française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Analyse statistique du stock client &amp; axes stratégiques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(6 mois)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Cadrage, gestion du projet et développement des travaux data science ; extraction et analyse de larges volumes de données.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Machine Learning et NLP sur les données NPS pour interpréter les variations du stock client ; feuille de route basée sur des analyses Big Data.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Banque française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Algorithmes ML — Détection de transactions suspicieuses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Développement des algorithmes dans un pipeline DevOps complet ; tableaux de bord d'analyse des transactions identifiées.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Processus manuel de classification entraînant l'algorithme en continu (active learning).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Banque étrangère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Analyse d'impact — Réforme sécurité sociale / fonds de pension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Développement sous R du code de projection démographique détaillée, avec modèles avancés de probabilité statistique.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Optimisation de la vitesse de calcul par parallélisation des opérations.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Daniel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BLUNDELL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Senior Manager — AI Engineer / Data Scientist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Data Science &amp; GenAI —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Data Science &amp; GenAI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AI Engineering (Azure x OpenAI, Databricks)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SAFe Product Ownership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DevOps / CI-CD (Azure DevOps, Jenkins)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Python, Scikit-Learn / PyTorch, SQL, R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—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École Centrale de Marseille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Engineering degree, Finance &amp; Data Science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—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Certifications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SAFe POPM; Azure Data Science Associate (Microsoft)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SUMMARY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7 years of experience in Data consulting for financial services. Agile leadership of several AI platforms applied to financial and commercial data.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Major French bank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Project Manager — 3 NLP platforms (legal &amp; regulatory)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Coordination of full-stack development; CI/CD industrialization in production (Azure DevOps to Bitbucket, XLRelease, XLDeploy).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Security architecture and Azure test/production environments (VNETs, flows); Docker builds in a secured environment with the IT department.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Major French bank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In-depth statistical analysis of the client base &amp; strategic directions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(6 months)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Scoping, project management and data science delivery; extraction and analysis of large data volumes.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Machine Learning and NLP on NPS data to interpret client-base variations; roadmap based on Big Data analyses.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French bank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ML algorithms — Suspicious transaction detection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Algorithm development within a complete DevOps pipeline; dashboards to analyse identified transactions.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Manual classification process feeding the algorithm continuously (active learning).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Foreign bank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Impact analysis — Social security reform / pension fund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Developed in R the full detailed demographic projection code, applying advanced statistical probability models.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Optimized computation speed by parallelizing operations.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David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LECLERCQ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Consultant Transformation Digitale &amp; IA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Programmes de Transformation | Digital | IA | Services financiers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de programmes complexes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Transformation digitale &amp; IA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Stratégie et gouvernance IA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Roadmap produit &amp; plateformes digitales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Conduite du changement &amp; Agile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Courant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2000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ESSEC Business School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Grande École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ESSEC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AI for Business, AI &amp; Leadership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Polytechnique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Piloter le processus d'innovation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EDHEC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Leadership de transformation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RÉSUMÉ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Leader expérimenté en transformation IA et digitale, habitué aux environnements complexes et réglementés. Vision stratégique et capacité d'exécution, pilotage de programmes de bout en bout.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EXPÉRIENCE PROFESSIONNELLE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Allagio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Leader Transformation IA &amp; Digitale (consultant indépendant)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(Depuis 2026)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Leadership d'équipe Produit pour un acteur de référence de la protection sociale en France (épargne collective, santé, prévoyance) : refonte de l'expérience et des outils de relation client, intégration IA.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Conception et réalisation de projets IA, développement d'applications AI-driven ; études sectorielles sur les cas d'usage IA.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Stellantis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Manager de Programmes de Transformation Digitale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(2017 —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Mise en place d'un nouveau modèle de distribution omnicanal et d'un outil SaaS de planification / RDV livraisons de véhicules (4 pays) ; déploiement européen d'une plateforme e-commerce.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d'une ligne produit digitale internationale (budget &gt;1M€) : encadrement d'équipes pluridisciplinaires (&gt;50 personnes), définition de la vision produit / roadmap / UX.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Distingo Bank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Responsable Banque en Ligne Multi-Pays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(2012 — 2017)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end-to-end du lancement et développement d'une banque en ligne sur 3 pays ; conception des parcours clients digitaux (acquisition, souscription, KYC, selfcare).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Résultats : +3 Md€ collectés et +100 000 comptes actifs en 5 ans ; gestion d'un budget annuel &gt; 20 M€, management d'équipes internes et externes.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Wavestone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Consultant Senior Digital &amp; Relation Client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(2007 — 2012)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Missions de conseil en transformation digitale et optimisation de la relation client (banque, télécoms, énergie).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Lancement d'interfaces de banque à distance, personnalisation en ligne et applications mobiles innovantes ; encadrement de consultants et développement commercial.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David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LECLERCQ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Digital &amp; AI Transformation Consultant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Transformation Programs | Digital | AI |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Complex program management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Digital &amp; AI transformation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AI strategy &amp; governance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Product roadmap &amp; digital platforms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Change management &amp; Agile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LANGUAGES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French — Native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English — Fluent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2000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ESSEC Business School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Grande École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ESSEC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AI for Business, AI &amp; Leadership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École Polytechnique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Piloting the innovation process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EDHEC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Transformation Leadership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SUMMARY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Experienced leader in AI and digital transformation, familiar with complex and regulated environments. Strategic vision and execution capacity, end-to-end program piloting.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Allagio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AI &amp; Digital Transformation Leader (independent consultant)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(Since 2026)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Product-team leadership for a leading French social-protection player (group savings, health, protection): overhaul of customer experience and CRM tools, AI integration.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Design and delivery of AI projects, AI-driven application development; sector studies on AI use-cases.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Stellantis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Digital Transformation Program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(2017 —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Rollout of a new omnichannel distribution model and a SaaS planning/booking tool for vehicle deliveries (4 countries); European e-commerce platform deployment.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International digital product line management (budget &gt;€1M): leading multidisciplinary teams (&gt;50 people), product vision / roadmap / UX definition.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Distingo Bank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Multi-Country Online Bank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(2012 — 2017)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End-to-end piloting of the launch and growth of an online bank across 3 countries; digital customer journey design (acquisition, onboarding, KYC, selfcare).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Results: €3B+ collected and 100,000+ active accounts in 5 years; annual budget &gt; €20M, managing internal and external teams.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Wavestone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Senior Consultant Digital &amp; Customer Relations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(2007 — 2012)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Digital transformation and customer relations consulting engagements (banking, telecom, energy).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Launch of distance-banking interfaces, online personalisation and innovative mobile apps; consultant coaching and business development.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