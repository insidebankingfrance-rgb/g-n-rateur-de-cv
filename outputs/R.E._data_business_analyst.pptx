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Reda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EL GORCH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Data Business Analyst — Gouvernance des données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Qualité &amp; gouvernance des données — Risque de crédit &amp; Reporting réglementaire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Gouvernance &amp; qualité des données (BCBS 239)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Recueil des besoins &amp; rédaction de spécifications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Reporting réglementaire &amp; indicateurs (KPIs)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Test / recette &amp; suivi des développements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SQL, Power BI, Tableau, Collibra, Zeenea, Jira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2014 — 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ENSIIE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Ingénieur, option Informatique-Finance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Professional Scrum Product Owner I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2020 — 2021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Tableau Desktop Specialist ; MOOC ML &amp; Data Science (Stanford)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Data Business Analyst à forte culture IT &amp; Data, spécialisé dans la gouvernance et la qualité des données pour le secteur bancaire. Bonne maîtrise des systèmes décisionnels et de la gestion de projet (cycle en V, agile).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Natixis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Business Analyst — Data Governance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Jan.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Gestion des éléments de données critiques (CDE) via le Data Management Framework pour la qualité, la sécurité et la transparence des données de risque de crédit ; ateliers avec les équipes risques, règles de contrôle qualité (présence, cohérence, unicité, fraîcheur).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Alimentation du dictionnaire de données Zeenea avec le CDO/DDO, définition du lignage, mise en place de KPIs d'anomalies, recette et campagnes de remédiation.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BPCE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Data Business Analyst — Reporting Conglomérat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2022 — Déc.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Industrialisation de la production des nouveaux reportings Conglomérat : ateliers métiers, spécification des exigences fonctionnelles et règles de calcul, cartographie et POC des données.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Stratégie et réalisation des tests (intégration, fonctionnels, non-régression) ; KPIs Power BI et synthèse semestrielle Direction. Contexte : Large Exposure, Bâle 3, BCBS 239.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Data Business Analyst — MOA Finance Groupe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2018 — Déc.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Modèle de contrôle et de defaulting des anomalies de risque de crédit, comptabilité et AnaCredit pour toutes les entités : recueil des besoins, spécification des contrôles, validation métier et mise en production IT.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Dashboards Power BI / Tableau (KPIs, drill down), référencement dans l'outil MDM Groupe (Collibra), calendrier de mise à jour et communication aux responsables métiers.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Murex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Analyst Business Intelligence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2017 — Oct. 2018)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Développement de tableaux de bord (QlikView, Qlik Sense) et projet Machine Learning : collecte multi-sources, analyse descriptive Python et prédictive (apprentissage supervisé) pour le développement commercial.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Reda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EL GORCH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Data Business Analyst — Data Governance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Data Quality &amp; Governance — Credit Risk &amp; Regulatory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governance &amp; quality (BCBS 239)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Requirements gathering &amp; specifications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reporting &amp; KPIs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Testing / acceptance &amp; development follow-up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SQL, Power BI, Tableau, Collibra, Zeenea, Jira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2014 — 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ENSIIE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Engineering degree, IT-Finance track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Professional Scrum Product Owner I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2020 — 2021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Tableau Desktop Specialist; MOOC ML &amp; Data Science (Stanford)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Data Business Analyst with a strong IT &amp; Data background, specialized in data governance and quality for the banking sector. Solid command of decision-support systems and project management (V-cycle, agile).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Natixis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Business Analyst — Data Governance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Jan.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Management of Critical Data Elements (CDE) via the Data Management Framework for quality, security and transparency of credit-risk data; workshops with risk teams, data-quality control rules (presence, consistency, uniqueness, freshness).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Feeding the Zeenea data dictionary with the CDO/DDO, lineage definition, anomaly KPIs, acceptance testing and remediation campaigns.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BPCE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Data Business Analyst — Conglomerate Reporting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2022 — Dec.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Industrialization of new Conglomerate reporting: business workshops, specification of functional requirements and calculation rules, data mapping and POC.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Test strategy and execution (integration, functional, non-regression); Power BI KPIs and semi-annual management summary. Context: Large Exposure, Basel 3, BCBS 239.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Data Business Analyst — Group Finance MOA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2018 — Dec.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Control and defaulting model for credit-risk, accounting and AnaCredit anomalies across all entities: requirements gathering, control specification, business validation and IT go-live.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Power BI / Tableau dashboards (KPIs, drill down), referencing in the Group MDM tool (Collibra), update schedule and communication to business owners.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Murex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Business Intelligence Analyst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2017 — Oct. 2018)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Dashboard development (QlikView, Qlik Sense) and a Machine Learning project: multi-source data collection, descriptive Python analysis and predictive modelling (supervised learning) for business development.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