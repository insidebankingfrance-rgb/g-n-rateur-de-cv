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Digital Ethics Officer (avec Mention)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Affaires européennes et internationales (avec Mention)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de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Influence &amp; Affaires publiques (avec Mention)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Conseiller Numérique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Podcasteur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Conférencier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de dispositifs de gouvernance IA à l'échelle internationale.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 et coordination des fonctions support et métiers.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opérationnel de la gouvernance : identification, évaluation, priorisation, validation et remédiation des systèmes d'IA.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de l'offre AI Risk Management : coordination des réponses aux appels d'offres, veille stratégique et réglementaire, développement commercial et animation de l'écosystème financier.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et animation du groupe de travail IA de l'association Paris Europlace (+40 responsables du secteur financier) : rédaction de position papers et de réponses aux consultations européennes, benchmarks.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du programme de mise en conformité EU AI Act du Groupe BPCE et de ses entités (Natixis, Oney, BRED, etc.) : cartographie et évaluation des risques IA, définition de la politique et du cadre normatif Groupe, évolution des processus opérationnels, animation du comité de pilotage.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et accompagnement de plus de 35 décideurs locaux (DPO, Chief Compliance Officer, CDO, etc.) dans la déclinaison du cadre normatif Groupe.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cadre de gouvernance des risques IA avec le Chief Data Officer : inventaire des systèmes, formation des référents métiers et pilotage de la conformité EU AI Act dans plus de 10 entités internationales.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Ambassadeur des outils d'IA Générative Groupe auprès de 3 000 collaborateurs Oney.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Digital Ethics Officer certification (with Distinction)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European &amp; International Affairs (with Distinction)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Influence &amp; Public Affairs (with Distinction)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Digital Council Advisor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Podcaster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the international rollout of AI governance frameworks.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design, coordination of support and business functions.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pilot of AI governance: identification, assessment, prioritisation, validation and remediation of AI systems.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Head of the AI Risk Management offering: RFP coordination, strategic and regulatory watch, business development and financial-ecosystem animation.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AI working group at Paris Europlace association (40+ senior financial-sector representatives): position papers, EU consultation responses, benchmarks.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BRED, etc.): AI risk mapping and assessment, definition of Group policy and standards, operational process evolution, steering-committee animation.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and support of 35+ local decision-makers (DPO, Chief Compliance Officer, CDO, etc.) in deploying the Group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AI risk governance framework with the Chief Data Officer: systems inventory, training of business reference owners, EU AI Act compliance pilot across 10+ international entities.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Group GenAI tools ambassador to 3,000 Oney employees.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