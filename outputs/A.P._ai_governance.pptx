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2000" y="230000"/>
            <a:ext cx="530000" cy="53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678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Bénévole au sein du Conseil du Numé…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et animateur d'un podcast…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Intervenant sur l'IA et ses enjeux…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2000" y="230000"/>
            <a:ext cx="530000" cy="53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678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Volunteer at a local Digital Counci…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and host of an AI podcast f…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Speaker on AI and its challenges (b…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