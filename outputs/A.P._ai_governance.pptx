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Alexandre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POLAKOWSKI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Certification Digital Ethics Officer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Affaires européennes et internationales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UVSQ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II Influence &amp; Affaires publiques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Saint-Germain-en-Laye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Créateur du podcast Esprit IA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Conférencier &amp; Juré EDHEC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international de dispositifs de gouvernance IA.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Déploiement international du dispositif dans plus de 40 entités (USA, UK, APAC, MEA).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de l'offre AI Risk Management : appels d'offres, veille réglementaire, développement commercial.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du groupe de travail IA de Paris Europlace (+40 responsables du secteur financier) : position papers, consultations européennes.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Responsable du programme EU AI Act du Groupe BPCE et de ses entités (Natixis, Oney, BRED) : cartographie des risques IA, cadre normatif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Accompagnement de plus de 35 décideurs locaux (DPO, CCO, CDO) dans la déclinaison du cadre normatif.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Structuration du cadre de gouvernance des risques IA avec le CDO : inventaire, formation, conformité EU AI Act dans plus de 10 entités.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Ambassadeur IA Générative auprès de 3 000 collaborateurs ; pilotage des activités RGPD d'Oneytrust.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Alexandre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POLAKOWSKI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Digital Ethics Officer certification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European &amp; International Affairs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UVSQ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Master's in Influence &amp; Public Affairs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Saint-Germain-en-Laye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Creator of the Esprit IA podcast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Speaker &amp; EDHEC Juror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international AI governance rollouts.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International rollout across 40+ entities (USA, UK, APAC, MEA).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Head of the AI Risk Management offering: RFPs, regulatory watch, business development.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AI working group at Paris Europlace (40+ senior financial-sector representatives): position papers, EU consultations.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BRED): AI risk mapping, Group standards framework.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Support of 35+ local decision-makers (DPO, CCO, CDO) in deploying the Group framework.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Built the AI risk governance framework with the CDO: inventory, training, EU AI Act compliance across 10+ entities.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 GenAI ambassador to 3,000 employees; pilot of Oneytrust's GDPR activities.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