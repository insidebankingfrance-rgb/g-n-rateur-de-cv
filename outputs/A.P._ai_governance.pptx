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07227A"/>
              </a:gs>
              <a:gs pos="85000">
                <a:srgbClr val="07227A"/>
              </a:gs>
              <a:gs pos="100000">
                <a:srgbClr val="1FCBD9"/>
              </a:gs>
            </a:gsLst>
            <a:lin ang="27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00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" y="260000"/>
            <a:ext cx="38428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3AEDE5"/>
                </a:solidFill>
                <a:latin typeface="Alegreya Sans"/>
              </a:rPr>
              <a:t>A.P.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Spécialiste AI Governance, AI Risk &amp; EU AI Act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Gouvernance IA &amp; Conformité réglementaire — Services financiers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DOMAINES D'EXPERTISE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AI Governance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AI Risk Management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EU AI Act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Digital Compliance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Regulatory Strategy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Français — Langue maternelle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Anglais — TOEIC 955/990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FORMATION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2024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EDHEC Business School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Certification Digital Ethics Officer (av…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2015 — 2020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Sciences Po Saint-Germain-en-Laye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II Affaires européennes et intern…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2020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Université de Versailles Saint-Quentin-en-Yvelines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II Influence &amp; Affaires publiques…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ENGAGEMENTS &amp; RÉALISATIONS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Conseiller Numérique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Bénévole au sein du Conseil du Numé…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Podcasteur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Créateur et animateur d'un podcast…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Conférencier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Intervenant sur l'IA et ses enjeux…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RÉSUMÉ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Expert en gouvernance de l'IA, AI Risk Management et conformité réglementaire, avec près de 8 ans d'expérience auprès de grandes institutions bancaires. Spécialisé dans l'EU AI Act et le déploiement d…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EXPÉRIENCE PROFESSIONNELLE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Top-tier CIB européenne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AI Compliance Lead (consultant)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(8 mois — en cours)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Finalisation et mise en œuvre du cadre de gouvernance des risques IA : politiques internes, cartographie des risques, comitologie et coordin…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Pilotage opérationnel de la gouvernance : identification, évaluation, priorisation, validation et remédiation des systèmes d'IA.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Sia Partners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Associate Manager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(10 mois — en cours)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Responsable de l'offre AI Risk Management : coordination des réponses aux appels d'offres, veille stratégique et réglementaire, développemen…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Pilotage et animation du groupe de travail IA de l'association Paris Europlace (+40 responsables du secteur financier) : rédaction de positi…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Groupe BPCE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Group EU AI Act Project Manager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(18 mois)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Responsable du programme de mise en conformité EU AI Act du Groupe BPCE et de ses entités (Natixis, Oney, BRED, etc.) : cartographie et éval…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Coordination et accompagnement de plus de 35 décideurs locaux (DPO, Chief Compliance Officer, CDO, etc.) dans la déclinaison du cadre normat…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Oney / Oneytrust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Expert Leader — Digital &amp; AI Compliance Officer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(38 mois)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Structuration du cadre de gouvernance des risques IA avec le Chief Data Officer : inventaire des systèmes, formation des référents métiers e…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Ambassadeur des outils d'IA Générative Groupe auprès de 3 000 collaborateurs Oney.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RÉFÉRENCES</a:t>
            </a:r>
          </a:p>
          <a:p>
            <a:pPr algn="l">
              <a:spcAft>
                <a:spcPts val="200"/>
              </a:spcAft>
            </a:pPr>
            <a:r>
              <a:rPr sz="1200" b="0" i="1">
                <a:solidFill>
                  <a:srgbClr val="FFFFFF"/>
                </a:solidFill>
                <a:latin typeface="Alegreya Sans"/>
              </a:rPr>
              <a:t>Groupe BPCE, Natixis, Oney, Sia Partners, Paris Europlace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Les informations de ce document sont strictement confidentielles — Ce document ne peut être partagé qu'avec l'accord de son propriétaire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07227A"/>
              </a:gs>
              <a:gs pos="85000">
                <a:srgbClr val="07227A"/>
              </a:gs>
              <a:gs pos="100000">
                <a:srgbClr val="1FCBD9"/>
              </a:gs>
            </a:gsLst>
            <a:lin ang="27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00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" y="260000"/>
            <a:ext cx="38428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3AEDE5"/>
                </a:solidFill>
                <a:latin typeface="Alegreya Sans"/>
              </a:rPr>
              <a:t>A.P.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AI Governance, AI Risk &amp; EU AI Act Specialist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AI Governance &amp; Regulatory Compliance — Financial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AREAS OF 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AI Governance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AI Risk Management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EU AI Act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Digital Compliance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Regulatory Strategy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LANGUAGES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French — Native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English — TOEIC 955/990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EDUCATION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2024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EDHEC Business School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Digital Ethics Officer certification (wi…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2015 — 2020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Sciences Po Saint-Germain-en-Laye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Master's in European &amp; International Aff…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2020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University of Versailles Saint-Quentin-en-Yvelines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Master's in Influence &amp; Public Affairs (…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ENGAGEMENTS &amp; ACHIEVEMENTS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Digital Council Advisor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Volunteer at a local Digital Counci…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Podcaster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Creator and host of an AI podcast f…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Speaker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Speaker on AI and its challenges (b…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SUMMARY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Expert in AI Governance, AI Risk Management and regulatory compliance, with nearly 8 years of experience advising major banking institutions. Specialised in the EU AI Act and the international rollout…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PROFESSIONAL EXPERIENCE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Top-tier European CIB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AI Compliance Lead (consultant)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(8 months — ongoing)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Finalisation and rollout of the AI risk governance framework: internal policies, risk mapping, committee design, coordination of support and…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Operational pilot of AI governance: identification, assessment, prioritisation, validation and remediation of AI systems.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Sia Partners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Associate Manager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(10 months — ongoing)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Head of the AI Risk Management offering: RFP coordination, strategic and regulatory watch, business development and financial-ecosystem anim…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Lead of the AI working group at Paris Europlace association (40+ senior financial-sector representatives): position papers, EU consultation…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Groupe BPCE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Group EU AI Act Project Manager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(18 months)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Lead of the EU AI Act compliance programme for Groupe BPCE and its entities (Natixis, Oney, BRED, etc.): AI risk mapping and assessment, def…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Coordination and support of 35+ local decision-makers (DPO, Chief Compliance Officer, CDO, etc.) in deploying the Group framework.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Oney / Oneytrust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Expert Leader — Digital &amp; AI Compliance Officer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(38 months)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Built the AI risk governance framework with the Chief Data Officer: systems inventory, training of business reference owners, EU AI Act comp…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Group GenAI tools ambassador to 3,000 Oney employees.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REFERENCES</a:t>
            </a:r>
          </a:p>
          <a:p>
            <a:pPr algn="l">
              <a:spcAft>
                <a:spcPts val="200"/>
              </a:spcAft>
            </a:pPr>
            <a:r>
              <a:rPr sz="1200" b="0" i="1">
                <a:solidFill>
                  <a:srgbClr val="FFFFFF"/>
                </a:solidFill>
                <a:latin typeface="Alegreya Sans"/>
              </a:rPr>
              <a:t>Groupe BPCE, Natixis, Oney, Sia Partners, Paris Europlace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The information in this document is strictly confidential — This document may only be shared with the owner's consent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