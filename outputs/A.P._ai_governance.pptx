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7227A"/>
              </a:gs>
              <a:gs pos="85000">
                <a:srgbClr val="07227A"/>
              </a:gs>
              <a:gs pos="100000">
                <a:srgbClr val="1FCBD9"/>
              </a:gs>
            </a:gsLst>
            <a:lin ang="27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00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A.P.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7434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Spécialiste AI Governance, AI Risk &amp; EU AI Act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Gouvernance IA &amp; Conformité réglementaire — Services financiers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Certification Digital Ethics Officer (av…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Affaires européennes et intern…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de Versailles Saint-Quentin-en-Yvelines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Influence &amp; Affaires publiques…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Conseiller Numérique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Bénévole au sein du Conseil du Numé…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Podcasteur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Créateur et animateur d'un podcast…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Conférencier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Intervenant sur l'IA et ses enjeux…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Expert en gouvernance de l'IA, AI Risk Management et conformité réglementaire, avec près de 8 ans d'expérience auprès de grandes institutions bancaires. Spécialisé dans l'EU AI Act et le déploiement d…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Top-tier CIB européenne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(8 mois — en cours)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Finalisation et mise en œuvre du cadre de gouvernance des risques IA : politiques internes, cartographie des risques, comitologie et coordin…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opérationnel de la gouvernance : identification, évaluation, priorisation, validation et remédiation des systèmes d'IA.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(10 mois — en cours)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Responsable de l'offre AI Risk Management : coordination des réponses aux appels d'offres, veille stratégique et réglementaire, développemen…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et animation du groupe de travail IA de l'association Paris Europlace (+40 responsables du secteur financier) : rédaction de positi…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(18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Responsable du programme de mise en conformité EU AI Act du Groupe BPCE et de ses entités (Natixis, Oney, BRED, etc.) : cartographie et éval…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et accompagnement de plus de 35 décideurs locaux (DPO, Chief Compliance Officer, CDO, etc.) dans la déclinaison du cadre normat…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(38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Structuration du cadre de gouvernance des risques IA avec le Chief Data Officer : inventaire des systèmes, formation des référents métiers e…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Ambassadeur des outils d'IA Générative Groupe auprès de 3 000 collaborateurs Oney.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RÉFÉRENCES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Groupe BPCE, Natixis, Oney, Sia Partners, Paris Europlace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7227A"/>
              </a:gs>
              <a:gs pos="85000">
                <a:srgbClr val="07227A"/>
              </a:gs>
              <a:gs pos="100000">
                <a:srgbClr val="1FCBD9"/>
              </a:gs>
            </a:gsLst>
            <a:lin ang="27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00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A.P.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7434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AI Governance, AI Risk &amp; EU AI Act Specialist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AI Governance &amp; Regulatory Compliance —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Digital Ethics Officer certification (wi…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European &amp; International Aff…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University of Versailles Saint-Quentin-en-Yvelines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Influence &amp; Public Affairs (…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Digital Council Advisor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Volunteer at a local Digital Counci…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Podcaster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Creator and host of an AI podcast f…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Speaker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Speaker on AI and its challenges (b…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Expert in AI Governance, AI Risk Management and regulatory compliance, with nearly 8 years of experience advising major banking institutions. Specialised in the EU AI Act and the international rollout…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Top-tier European CIB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(8 months — ongoing)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Finalisation and rollout of the AI risk governance framework: internal policies, risk mapping, committee design, coordination of support and…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Operational pilot of AI governance: identification, assessment, prioritisation, validation and remediation of AI systems.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(10 months — ongoing)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Head of the AI Risk Management offering: RFP coordination, strategic and regulatory watch, business development and financial-ecosystem anim…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the AI working group at Paris Europlace association (40+ senior financial-sector representatives): position papers, EU consultation…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(18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the EU AI Act compliance programme for Groupe BPCE and its entities (Natixis, Oney, BRED, etc.): AI risk mapping and assessment, def…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and support of 35+ local decision-makers (DPO, Chief Compliance Officer, CDO, etc.) in deploying the Group framework.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(38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Built the AI risk governance framework with the Chief Data Officer: systems inventory, training of business reference owners, EU AI Act comp…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Group GenAI tools ambassador to 3,000 Oney employees.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REFERENCES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Groupe BPCE, Natixis, Oney, Sia Partners, Paris Europlace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