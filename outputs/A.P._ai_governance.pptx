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C2A8E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00000" cy="6858000"/>
          </a:xfrm>
          <a:prstGeom prst="rect">
            <a:avLst/>
          </a:prstGeom>
          <a:solidFill>
            <a:srgbClr val="071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60000"/>
            <a:ext cx="31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28600" y="300000"/>
            <a:ext cx="8134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3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180000"/>
            <a:ext cx="31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Cross-functional Leadership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Certification Digital Ethics Officer (avec Mention)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Master II Affaires européennes et internationales (avec Mention)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Master II Influence &amp; Affaires publiques (avec Mention)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8600" y="1180000"/>
            <a:ext cx="81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de dispositifs de gouvernance IA à l'échelle internationale.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coordination des fonctions support et métiers.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Contribution au déploiement international du dispositif dans plus de 40 entités, dont USA, UK, APAC et MEA.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développement commercial et animation de l'écosystème financier.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position papers et de réponses aux consultations européennes, benchmarks.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évaluation des risques IA, définition de la politique et du cadre normatif Groupe, évolution des processus opérationnels, animation du comité de pilotage.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normatif Groupe.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Conseil stratégique auprès des dirigeants et des métiers pour interpréter et décliner les exigences réglementaires applicables aux systèmes d'IA.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et pilotage de la conformité EU AI Act dans plus de 10 entités internationales.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Pilotage des activités RGPD de la filiale Oneytrust : rédaction et mise à jour AIPD, clauses contractuelles, formation, contrôles RGPD, référent privacy by design dans les projets de lutte contre la fraude.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0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000" b="0" i="0">
                <a:solidFill>
                  <a:srgbClr val="CCD6E8"/>
                </a:solidFill>
                <a:latin typeface="Alegreya Sans"/>
              </a:rPr>
              <a:t> — Bénévole au sein du Conseil du Numérique d'une commune des Yvelines, aux côtés du Maire.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000" b="0" i="0">
                <a:solidFill>
                  <a:srgbClr val="CCD6E8"/>
                </a:solidFill>
                <a:latin typeface="Alegreya Sans"/>
              </a:rPr>
              <a:t> — Créateur et animateur d'un podcast sur l'IA — personnalités influentes du secteur.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Conférencier</a:t>
            </a:r>
            <a:r>
              <a:rPr sz="1000" b="0" i="0">
                <a:solidFill>
                  <a:srgbClr val="CCD6E8"/>
                </a:solidFill>
                <a:latin typeface="Alegreya Sans"/>
              </a:rPr>
              <a:t> — Intervenant sur l'IA et ses enjeux (écoles de commerce, mairies, administrateurs).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Juré EDHEC</a:t>
            </a:r>
            <a:r>
              <a:rPr sz="1000" b="0" i="0">
                <a:solidFill>
                  <a:srgbClr val="CCD6E8"/>
                </a:solidFill>
                <a:latin typeface="Alegreya Sans"/>
              </a:rPr>
              <a:t> — Juré des projets IA — certification Digital Ethics Officer.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C2A8E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00000" cy="6858000"/>
          </a:xfrm>
          <a:prstGeom prst="rect">
            <a:avLst/>
          </a:prstGeom>
          <a:solidFill>
            <a:srgbClr val="071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60000"/>
            <a:ext cx="31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28600" y="300000"/>
            <a:ext cx="8134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3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180000"/>
            <a:ext cx="31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Cross-functional Leadership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Digital Ethics Officer certification (with Distinction)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Master's in European &amp; International Affairs (with Distinction)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Master's in Influence &amp; Public Affairs (with Distinction)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8600" y="1180000"/>
            <a:ext cx="81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 of AI governance frameworks.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 business functions.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Contribution to the international rollout across 40+ entities, including USA, UK, APAC and MEA.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animation.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 responses, benchmarks.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definition of Group policy and standards, operational process evolution, steering-committee animation.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Strategic advisory to executives and business lines on interpreting and applying regulatory requirements for AI systems.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compliance pilot across 10+ international entities.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Pilot of Oneytrust's GDPR activities: DPIA drafting and updates, contractual clauses, training, GDPR controls, privacy-by-design referent on anti-fraud projects.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0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000" b="0" i="0">
                <a:solidFill>
                  <a:srgbClr val="CCD6E8"/>
                </a:solidFill>
                <a:latin typeface="Alegreya Sans"/>
              </a:rPr>
              <a:t> — Volunteer at a local Digital Council (Yvelines), alongside the Mayor.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000" b="0" i="0">
                <a:solidFill>
                  <a:srgbClr val="CCD6E8"/>
                </a:solidFill>
                <a:latin typeface="Alegreya Sans"/>
              </a:rPr>
              <a:t> — Creator and host of an AI podcast featuring influential figures in the sector.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1000" b="0" i="0">
                <a:solidFill>
                  <a:srgbClr val="CCD6E8"/>
                </a:solidFill>
                <a:latin typeface="Alegreya Sans"/>
              </a:rPr>
              <a:t> — Speaker on AI and its challenges (business schools, town halls, board members).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EDHEC Juror</a:t>
            </a:r>
            <a:r>
              <a:rPr sz="1000" b="0" i="0">
                <a:solidFill>
                  <a:srgbClr val="CCD6E8"/>
                </a:solidFill>
                <a:latin typeface="Alegreya Sans"/>
              </a:rPr>
              <a:t> — Juror for AI projects — Digital Ethics Officer certification.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