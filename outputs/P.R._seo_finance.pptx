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Pierre-Charles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RELANGE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Consultant SEO — Finance &amp; Secteurs Réglementés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Acquisition organique — Fintech, Banque, Assurance, Compta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SEO technique (crawl &amp; logs, Core Web Vitals, indexation)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SEO éditorial &amp; sémantique (cocons, clustering)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E-E-A-T &amp; YMYL — secteurs réglementés (finance, santé)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Netlinking &amp; GEO (AI Overviews, ChatGPT, Perplexity)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Outils : Ahrefs, Semrush, Screaming Frog, GA4, Looker Studio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 (TOEIC 950/990)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Notions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ISTEC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Bac+5 Commerce B2B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HubSpot Academy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Certification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9 ans de SEO au service de la fintech, de la comptabilité et des secteurs réglementés. Transforme Google en canal d'acquisition durable, dans le respect des exigences YMYL et E-E-A-T. En moyenne +40 % de trafic organique en 12 mois. 50+ clients accompagnés, du CAC 40 à la PME.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Save Your Web (SASU) — Consultant SEO freelance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Fintech, Banque, Assurance &amp; B2B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pour Stanwell Consulting (conseil banque, assurance, protection sociale) et Zama (cryptographie &amp; blockchain) : audits, stratégie sémantique, netlinking et pilotage jusqu'à la mise en production.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Plus de 50 clients accompagnés, 3 maximum par trimestre pour un suivi senior dédié.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Je Déclare Mon Meublé (fintech LMNP)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Consultant SEO Senior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+52 % de trafic SEO en 18 mois ; 78 % des leads générés via Google.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Positions n°1-2 sur les principales requêtes fiscales (LMNP, régime réel).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L-Expert-Comptable.com (compta B2B)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SEO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(2021 —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1,2 M de visites SEO par mois, +23 % de trafic organique par an ; +23 % de signatures clients issues du SEO.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éditorial de 67 rédacteurs, production de contenus YMYL.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NRJ Group (média)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SEO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(2018 —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Stratégie SEO des sites publishing du groupe (NRJ, Rire &amp; Chansons, Chérie FM) : +37 % de trafic organique hors-marque.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Position n°1 sur « blagues » (300 000 recherches/mois) ; audits techniques, migrations, analyse de logs et netlinking.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Pierre-Charles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RELANGE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SEO Consultant — Finance &amp; Regulated Sectors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Organic Acquisition — Fintech, Banking, Insurance, Accounting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Technical SEO (crawl &amp; logs, Core Web Vitals, indexing)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Editorial &amp; semantic SEO (topic clusters)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E-E-A-T &amp; YMYL — regulated sectors (finance, health)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Netlinking &amp; GEO (AI Overviews, ChatGPT, Perplexity)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Tools: Ahrefs, Semrush, Screaming Frog, GA4, Looker Studio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 (TOEIC 950/990)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Basic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ISTEC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Master's (Bac+5) B2B Commerce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—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HubSpot Academy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SEO Certification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9 years of SEO for fintech, accounting and regulated sectors. Turns Google into a sustainable acquisition channel while meeting YMYL and E-E-A-T requirements. On average +40% organic traffic within 12 months. 50+ clients supported, from CAC 40 to SMEs.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Save Your Web (SASU) — Freelance SEO Consultant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Fintech, Banking, Insurance &amp; B2B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2023)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Assignments for Stanwell Consulting (banking, insurance, social protection advisory) and Zama (cryptography &amp; blockchain): audits, semantic strategy, netlinking and delivery through to production.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50+ clients supported, max 3 per quarter for dedicated senior follow-up.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Je Déclare Mon Meublé (LMNP fintech)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SEO Consultant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+52% SEO traffic in 18 months; 78% of leads generated via Google.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Positions #1-2 on the main tax-related queries (LMNP, actual regime).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L-Expert-Comptable.com (B2B accounting)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SEO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(2021 —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1.2M SEO visits per month, +23% organic traffic per year; +23% client sign-ups driven by SEO.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Editorial management of 67 writers, production of YMYL content.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NRJ Group (media)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SEO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(2018 —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SEO strategy for the group's publishing sites (NRJ, Rire &amp; Chansons, Chérie FM): +37% non-brand organic traffic.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#1 position on 'blagues' (300,000 searches/month); technical audits, migrations, log analysis and netlinking.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